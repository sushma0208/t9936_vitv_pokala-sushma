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0A8213-ECE8-44BD-8515-4A5555287C13}">
          <p14:sldIdLst>
            <p14:sldId id="263"/>
            <p14:sldId id="257"/>
            <p14:sldId id="259"/>
            <p14:sldId id="258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kala Sushma" userId="8f92d326-2e04-4742-8ef3-263f618652de" providerId="ADAL" clId="{860254D0-E9E9-4D19-A949-C8C025EE3C1D}"/>
    <pc:docChg chg="undo custSel addSld delSld modSld modSection">
      <pc:chgData name="Pokala Sushma" userId="8f92d326-2e04-4742-8ef3-263f618652de" providerId="ADAL" clId="{860254D0-E9E9-4D19-A949-C8C025EE3C1D}" dt="2026-08-28T06:28:59.581" v="478" actId="1076"/>
      <pc:docMkLst>
        <pc:docMk/>
      </pc:docMkLst>
      <pc:sldChg chg="del">
        <pc:chgData name="Pokala Sushma" userId="8f92d326-2e04-4742-8ef3-263f618652de" providerId="ADAL" clId="{860254D0-E9E9-4D19-A949-C8C025EE3C1D}" dt="2026-08-28T04:16:31.075" v="306" actId="47"/>
        <pc:sldMkLst>
          <pc:docMk/>
          <pc:sldMk cId="1938216129" sldId="256"/>
        </pc:sldMkLst>
      </pc:sldChg>
      <pc:sldChg chg="addSp delSp modSp mod setBg">
        <pc:chgData name="Pokala Sushma" userId="8f92d326-2e04-4742-8ef3-263f618652de" providerId="ADAL" clId="{860254D0-E9E9-4D19-A949-C8C025EE3C1D}" dt="2026-08-28T06:20:55.046" v="357" actId="26606"/>
        <pc:sldMkLst>
          <pc:docMk/>
          <pc:sldMk cId="745131472" sldId="257"/>
        </pc:sldMkLst>
        <pc:spChg chg="mod">
          <ac:chgData name="Pokala Sushma" userId="8f92d326-2e04-4742-8ef3-263f618652de" providerId="ADAL" clId="{860254D0-E9E9-4D19-A949-C8C025EE3C1D}" dt="2026-08-28T06:20:55.046" v="357" actId="26606"/>
          <ac:spMkLst>
            <pc:docMk/>
            <pc:sldMk cId="745131472" sldId="257"/>
            <ac:spMk id="2" creationId="{C7B1BFF6-E1C0-54FF-3D2D-331CBEC602E8}"/>
          </ac:spMkLst>
        </pc:spChg>
        <pc:spChg chg="add del mod">
          <ac:chgData name="Pokala Sushma" userId="8f92d326-2e04-4742-8ef3-263f618652de" providerId="ADAL" clId="{860254D0-E9E9-4D19-A949-C8C025EE3C1D}" dt="2026-08-28T06:20:55.046" v="357" actId="26606"/>
          <ac:spMkLst>
            <pc:docMk/>
            <pc:sldMk cId="745131472" sldId="257"/>
            <ac:spMk id="3" creationId="{34A6A842-99BE-6789-4477-F230AB5C4425}"/>
          </ac:spMkLst>
        </pc:spChg>
        <pc:spChg chg="add del">
          <ac:chgData name="Pokala Sushma" userId="8f92d326-2e04-4742-8ef3-263f618652de" providerId="ADAL" clId="{860254D0-E9E9-4D19-A949-C8C025EE3C1D}" dt="2026-08-28T06:20:01.278" v="340" actId="26606"/>
          <ac:spMkLst>
            <pc:docMk/>
            <pc:sldMk cId="745131472" sldId="257"/>
            <ac:spMk id="6" creationId="{C0763A76-9F1C-4FC5-82B7-DD475DA461B2}"/>
          </ac:spMkLst>
        </pc:spChg>
        <pc:spChg chg="add del">
          <ac:chgData name="Pokala Sushma" userId="8f92d326-2e04-4742-8ef3-263f618652de" providerId="ADAL" clId="{860254D0-E9E9-4D19-A949-C8C025EE3C1D}" dt="2026-08-28T06:20:01.278" v="340" actId="26606"/>
          <ac:spMkLst>
            <pc:docMk/>
            <pc:sldMk cId="745131472" sldId="257"/>
            <ac:spMk id="7" creationId="{E81BF4F6-F2CF-4984-9D14-D6966D92F99F}"/>
          </ac:spMkLst>
        </pc:spChg>
        <pc:spChg chg="add del">
          <ac:chgData name="Pokala Sushma" userId="8f92d326-2e04-4742-8ef3-263f618652de" providerId="ADAL" clId="{860254D0-E9E9-4D19-A949-C8C025EE3C1D}" dt="2026-08-28T04:48:45.801" v="334" actId="26606"/>
          <ac:spMkLst>
            <pc:docMk/>
            <pc:sldMk cId="745131472" sldId="257"/>
            <ac:spMk id="9" creationId="{C0763A76-9F1C-4FC5-82B7-DD475DA461B2}"/>
          </ac:spMkLst>
        </pc:spChg>
        <pc:spChg chg="add del">
          <ac:chgData name="Pokala Sushma" userId="8f92d326-2e04-4742-8ef3-263f618652de" providerId="ADAL" clId="{860254D0-E9E9-4D19-A949-C8C025EE3C1D}" dt="2026-08-28T06:20:12.279" v="342" actId="26606"/>
          <ac:spMkLst>
            <pc:docMk/>
            <pc:sldMk cId="745131472" sldId="257"/>
            <ac:spMk id="10" creationId="{35DB3719-6FDC-4E5D-891D-FF40B7300F64}"/>
          </ac:spMkLst>
        </pc:spChg>
        <pc:spChg chg="add del">
          <ac:chgData name="Pokala Sushma" userId="8f92d326-2e04-4742-8ef3-263f618652de" providerId="ADAL" clId="{860254D0-E9E9-4D19-A949-C8C025EE3C1D}" dt="2026-08-28T04:48:45.801" v="334" actId="26606"/>
          <ac:spMkLst>
            <pc:docMk/>
            <pc:sldMk cId="745131472" sldId="257"/>
            <ac:spMk id="11" creationId="{E81BF4F6-F2CF-4984-9D14-D6966D92F99F}"/>
          </ac:spMkLst>
        </pc:spChg>
        <pc:spChg chg="add del">
          <ac:chgData name="Pokala Sushma" userId="8f92d326-2e04-4742-8ef3-263f618652de" providerId="ADAL" clId="{860254D0-E9E9-4D19-A949-C8C025EE3C1D}" dt="2026-08-28T06:20:12.279" v="342" actId="26606"/>
          <ac:spMkLst>
            <pc:docMk/>
            <pc:sldMk cId="745131472" sldId="257"/>
            <ac:spMk id="12" creationId="{E0CBAC23-2E3F-4A90-BA59-F8299F6A5439}"/>
          </ac:spMkLst>
        </pc:spChg>
        <pc:spChg chg="add del">
          <ac:chgData name="Pokala Sushma" userId="8f92d326-2e04-4742-8ef3-263f618652de" providerId="ADAL" clId="{860254D0-E9E9-4D19-A949-C8C025EE3C1D}" dt="2026-08-28T06:20:17.673" v="344" actId="26606"/>
          <ac:spMkLst>
            <pc:docMk/>
            <pc:sldMk cId="745131472" sldId="257"/>
            <ac:spMk id="15" creationId="{3150CB11-0C61-439E-910F-5787759E72A0}"/>
          </ac:spMkLst>
        </pc:spChg>
        <pc:spChg chg="add del">
          <ac:chgData name="Pokala Sushma" userId="8f92d326-2e04-4742-8ef3-263f618652de" providerId="ADAL" clId="{860254D0-E9E9-4D19-A949-C8C025EE3C1D}" dt="2026-08-28T06:20:17.673" v="344" actId="26606"/>
          <ac:spMkLst>
            <pc:docMk/>
            <pc:sldMk cId="745131472" sldId="257"/>
            <ac:spMk id="16" creationId="{BACC6370-2D7E-4714-9D71-7542949D7D5D}"/>
          </ac:spMkLst>
        </pc:spChg>
        <pc:spChg chg="add del">
          <ac:chgData name="Pokala Sushma" userId="8f92d326-2e04-4742-8ef3-263f618652de" providerId="ADAL" clId="{860254D0-E9E9-4D19-A949-C8C025EE3C1D}" dt="2026-08-28T06:20:17.673" v="344" actId="26606"/>
          <ac:spMkLst>
            <pc:docMk/>
            <pc:sldMk cId="745131472" sldId="257"/>
            <ac:spMk id="17" creationId="{43F8A58B-5155-44CE-A5FF-7647B47D0A7A}"/>
          </ac:spMkLst>
        </pc:spChg>
        <pc:spChg chg="add del">
          <ac:chgData name="Pokala Sushma" userId="8f92d326-2e04-4742-8ef3-263f618652de" providerId="ADAL" clId="{860254D0-E9E9-4D19-A949-C8C025EE3C1D}" dt="2026-08-28T06:20:17.673" v="344" actId="26606"/>
          <ac:spMkLst>
            <pc:docMk/>
            <pc:sldMk cId="745131472" sldId="257"/>
            <ac:spMk id="18" creationId="{256B2C21-A230-48C0-8DF1-C46611373C44}"/>
          </ac:spMkLst>
        </pc:spChg>
        <pc:spChg chg="add del">
          <ac:chgData name="Pokala Sushma" userId="8f92d326-2e04-4742-8ef3-263f618652de" providerId="ADAL" clId="{860254D0-E9E9-4D19-A949-C8C025EE3C1D}" dt="2026-08-28T06:20:17.673" v="344" actId="26606"/>
          <ac:spMkLst>
            <pc:docMk/>
            <pc:sldMk cId="745131472" sldId="257"/>
            <ac:spMk id="19" creationId="{443F2ACA-E6D6-4028-82DD-F03C262D5DE6}"/>
          </ac:spMkLst>
        </pc:spChg>
        <pc:spChg chg="add del">
          <ac:chgData name="Pokala Sushma" userId="8f92d326-2e04-4742-8ef3-263f618652de" providerId="ADAL" clId="{860254D0-E9E9-4D19-A949-C8C025EE3C1D}" dt="2026-08-28T06:20:17.673" v="344" actId="26606"/>
          <ac:spMkLst>
            <pc:docMk/>
            <pc:sldMk cId="745131472" sldId="257"/>
            <ac:spMk id="20" creationId="{3847E18C-932D-4C95-AABA-FEC7C9499AD7}"/>
          </ac:spMkLst>
        </pc:spChg>
        <pc:spChg chg="add del">
          <ac:chgData name="Pokala Sushma" userId="8f92d326-2e04-4742-8ef3-263f618652de" providerId="ADAL" clId="{860254D0-E9E9-4D19-A949-C8C025EE3C1D}" dt="2026-08-28T06:20:24.930" v="346" actId="26606"/>
          <ac:spMkLst>
            <pc:docMk/>
            <pc:sldMk cId="745131472" sldId="257"/>
            <ac:spMk id="23" creationId="{18873D23-2DCF-4B31-A009-95721C06E8E1}"/>
          </ac:spMkLst>
        </pc:spChg>
        <pc:spChg chg="add del">
          <ac:chgData name="Pokala Sushma" userId="8f92d326-2e04-4742-8ef3-263f618652de" providerId="ADAL" clId="{860254D0-E9E9-4D19-A949-C8C025EE3C1D}" dt="2026-08-28T06:20:24.930" v="346" actId="26606"/>
          <ac:spMkLst>
            <pc:docMk/>
            <pc:sldMk cId="745131472" sldId="257"/>
            <ac:spMk id="24" creationId="{C13EF075-D4EF-4929-ADBC-91B27DA19955}"/>
          </ac:spMkLst>
        </pc:spChg>
        <pc:spChg chg="add del">
          <ac:chgData name="Pokala Sushma" userId="8f92d326-2e04-4742-8ef3-263f618652de" providerId="ADAL" clId="{860254D0-E9E9-4D19-A949-C8C025EE3C1D}" dt="2026-08-28T06:20:24.930" v="346" actId="26606"/>
          <ac:spMkLst>
            <pc:docMk/>
            <pc:sldMk cId="745131472" sldId="257"/>
            <ac:spMk id="29" creationId="{34A6A842-99BE-6789-4477-F230AB5C4425}"/>
          </ac:spMkLst>
        </pc:spChg>
        <pc:spChg chg="add del">
          <ac:chgData name="Pokala Sushma" userId="8f92d326-2e04-4742-8ef3-263f618652de" providerId="ADAL" clId="{860254D0-E9E9-4D19-A949-C8C025EE3C1D}" dt="2026-08-28T06:20:44.526" v="350" actId="26606"/>
          <ac:spMkLst>
            <pc:docMk/>
            <pc:sldMk cId="745131472" sldId="257"/>
            <ac:spMk id="33" creationId="{35DB3719-6FDC-4E5D-891D-FF40B7300F64}"/>
          </ac:spMkLst>
        </pc:spChg>
        <pc:spChg chg="add del">
          <ac:chgData name="Pokala Sushma" userId="8f92d326-2e04-4742-8ef3-263f618652de" providerId="ADAL" clId="{860254D0-E9E9-4D19-A949-C8C025EE3C1D}" dt="2026-08-28T06:20:44.526" v="350" actId="26606"/>
          <ac:spMkLst>
            <pc:docMk/>
            <pc:sldMk cId="745131472" sldId="257"/>
            <ac:spMk id="34" creationId="{E0CBAC23-2E3F-4A90-BA59-F8299F6A5439}"/>
          </ac:spMkLst>
        </pc:spChg>
        <pc:spChg chg="add del">
          <ac:chgData name="Pokala Sushma" userId="8f92d326-2e04-4742-8ef3-263f618652de" providerId="ADAL" clId="{860254D0-E9E9-4D19-A949-C8C025EE3C1D}" dt="2026-08-28T06:20:47.736" v="352" actId="26606"/>
          <ac:spMkLst>
            <pc:docMk/>
            <pc:sldMk cId="745131472" sldId="257"/>
            <ac:spMk id="37" creationId="{BACC6370-2D7E-4714-9D71-7542949D7D5D}"/>
          </ac:spMkLst>
        </pc:spChg>
        <pc:spChg chg="add del">
          <ac:chgData name="Pokala Sushma" userId="8f92d326-2e04-4742-8ef3-263f618652de" providerId="ADAL" clId="{860254D0-E9E9-4D19-A949-C8C025EE3C1D}" dt="2026-08-28T06:20:47.736" v="352" actId="26606"/>
          <ac:spMkLst>
            <pc:docMk/>
            <pc:sldMk cId="745131472" sldId="257"/>
            <ac:spMk id="38" creationId="{256B2C21-A230-48C0-8DF1-C46611373C44}"/>
          </ac:spMkLst>
        </pc:spChg>
        <pc:spChg chg="add del">
          <ac:chgData name="Pokala Sushma" userId="8f92d326-2e04-4742-8ef3-263f618652de" providerId="ADAL" clId="{860254D0-E9E9-4D19-A949-C8C025EE3C1D}" dt="2026-08-28T06:20:47.736" v="352" actId="26606"/>
          <ac:spMkLst>
            <pc:docMk/>
            <pc:sldMk cId="745131472" sldId="257"/>
            <ac:spMk id="39" creationId="{3847E18C-932D-4C95-AABA-FEC7C9499AD7}"/>
          </ac:spMkLst>
        </pc:spChg>
        <pc:spChg chg="add del">
          <ac:chgData name="Pokala Sushma" userId="8f92d326-2e04-4742-8ef3-263f618652de" providerId="ADAL" clId="{860254D0-E9E9-4D19-A949-C8C025EE3C1D}" dt="2026-08-28T06:20:47.736" v="352" actId="26606"/>
          <ac:spMkLst>
            <pc:docMk/>
            <pc:sldMk cId="745131472" sldId="257"/>
            <ac:spMk id="40" creationId="{3150CB11-0C61-439E-910F-5787759E72A0}"/>
          </ac:spMkLst>
        </pc:spChg>
        <pc:spChg chg="add del">
          <ac:chgData name="Pokala Sushma" userId="8f92d326-2e04-4742-8ef3-263f618652de" providerId="ADAL" clId="{860254D0-E9E9-4D19-A949-C8C025EE3C1D}" dt="2026-08-28T06:20:47.736" v="352" actId="26606"/>
          <ac:spMkLst>
            <pc:docMk/>
            <pc:sldMk cId="745131472" sldId="257"/>
            <ac:spMk id="41" creationId="{43F8A58B-5155-44CE-A5FF-7647B47D0A7A}"/>
          </ac:spMkLst>
        </pc:spChg>
        <pc:spChg chg="add del">
          <ac:chgData name="Pokala Sushma" userId="8f92d326-2e04-4742-8ef3-263f618652de" providerId="ADAL" clId="{860254D0-E9E9-4D19-A949-C8C025EE3C1D}" dt="2026-08-28T06:20:47.736" v="352" actId="26606"/>
          <ac:spMkLst>
            <pc:docMk/>
            <pc:sldMk cId="745131472" sldId="257"/>
            <ac:spMk id="42" creationId="{443F2ACA-E6D6-4028-82DD-F03C262D5DE6}"/>
          </ac:spMkLst>
        </pc:spChg>
        <pc:spChg chg="add del">
          <ac:chgData name="Pokala Sushma" userId="8f92d326-2e04-4742-8ef3-263f618652de" providerId="ADAL" clId="{860254D0-E9E9-4D19-A949-C8C025EE3C1D}" dt="2026-08-28T06:20:48.822" v="354" actId="26606"/>
          <ac:spMkLst>
            <pc:docMk/>
            <pc:sldMk cId="745131472" sldId="257"/>
            <ac:spMk id="45" creationId="{BACC6370-2D7E-4714-9D71-7542949D7D5D}"/>
          </ac:spMkLst>
        </pc:spChg>
        <pc:spChg chg="add del">
          <ac:chgData name="Pokala Sushma" userId="8f92d326-2e04-4742-8ef3-263f618652de" providerId="ADAL" clId="{860254D0-E9E9-4D19-A949-C8C025EE3C1D}" dt="2026-08-28T06:20:48.822" v="354" actId="26606"/>
          <ac:spMkLst>
            <pc:docMk/>
            <pc:sldMk cId="745131472" sldId="257"/>
            <ac:spMk id="46" creationId="{256B2C21-A230-48C0-8DF1-C46611373C44}"/>
          </ac:spMkLst>
        </pc:spChg>
        <pc:spChg chg="add del">
          <ac:chgData name="Pokala Sushma" userId="8f92d326-2e04-4742-8ef3-263f618652de" providerId="ADAL" clId="{860254D0-E9E9-4D19-A949-C8C025EE3C1D}" dt="2026-08-28T06:20:48.822" v="354" actId="26606"/>
          <ac:spMkLst>
            <pc:docMk/>
            <pc:sldMk cId="745131472" sldId="257"/>
            <ac:spMk id="47" creationId="{3847E18C-932D-4C95-AABA-FEC7C9499AD7}"/>
          </ac:spMkLst>
        </pc:spChg>
        <pc:spChg chg="add del">
          <ac:chgData name="Pokala Sushma" userId="8f92d326-2e04-4742-8ef3-263f618652de" providerId="ADAL" clId="{860254D0-E9E9-4D19-A949-C8C025EE3C1D}" dt="2026-08-28T06:20:48.822" v="354" actId="26606"/>
          <ac:spMkLst>
            <pc:docMk/>
            <pc:sldMk cId="745131472" sldId="257"/>
            <ac:spMk id="48" creationId="{3150CB11-0C61-439E-910F-5787759E72A0}"/>
          </ac:spMkLst>
        </pc:spChg>
        <pc:spChg chg="add del">
          <ac:chgData name="Pokala Sushma" userId="8f92d326-2e04-4742-8ef3-263f618652de" providerId="ADAL" clId="{860254D0-E9E9-4D19-A949-C8C025EE3C1D}" dt="2026-08-28T06:20:48.822" v="354" actId="26606"/>
          <ac:spMkLst>
            <pc:docMk/>
            <pc:sldMk cId="745131472" sldId="257"/>
            <ac:spMk id="49" creationId="{43F8A58B-5155-44CE-A5FF-7647B47D0A7A}"/>
          </ac:spMkLst>
        </pc:spChg>
        <pc:spChg chg="add del">
          <ac:chgData name="Pokala Sushma" userId="8f92d326-2e04-4742-8ef3-263f618652de" providerId="ADAL" clId="{860254D0-E9E9-4D19-A949-C8C025EE3C1D}" dt="2026-08-28T06:20:48.822" v="354" actId="26606"/>
          <ac:spMkLst>
            <pc:docMk/>
            <pc:sldMk cId="745131472" sldId="257"/>
            <ac:spMk id="50" creationId="{443F2ACA-E6D6-4028-82DD-F03C262D5DE6}"/>
          </ac:spMkLst>
        </pc:spChg>
        <pc:spChg chg="add del">
          <ac:chgData name="Pokala Sushma" userId="8f92d326-2e04-4742-8ef3-263f618652de" providerId="ADAL" clId="{860254D0-E9E9-4D19-A949-C8C025EE3C1D}" dt="2026-08-28T06:20:55.030" v="356" actId="26606"/>
          <ac:spMkLst>
            <pc:docMk/>
            <pc:sldMk cId="745131472" sldId="257"/>
            <ac:spMk id="53" creationId="{18873D23-2DCF-4B31-A009-95721C06E8E1}"/>
          </ac:spMkLst>
        </pc:spChg>
        <pc:spChg chg="add del">
          <ac:chgData name="Pokala Sushma" userId="8f92d326-2e04-4742-8ef3-263f618652de" providerId="ADAL" clId="{860254D0-E9E9-4D19-A949-C8C025EE3C1D}" dt="2026-08-28T06:20:55.030" v="356" actId="26606"/>
          <ac:spMkLst>
            <pc:docMk/>
            <pc:sldMk cId="745131472" sldId="257"/>
            <ac:spMk id="54" creationId="{C13EF075-D4EF-4929-ADBC-91B27DA19955}"/>
          </ac:spMkLst>
        </pc:spChg>
        <pc:spChg chg="add del">
          <ac:chgData name="Pokala Sushma" userId="8f92d326-2e04-4742-8ef3-263f618652de" providerId="ADAL" clId="{860254D0-E9E9-4D19-A949-C8C025EE3C1D}" dt="2026-08-28T06:20:55.030" v="356" actId="26606"/>
          <ac:spMkLst>
            <pc:docMk/>
            <pc:sldMk cId="745131472" sldId="257"/>
            <ac:spMk id="59" creationId="{34A6A842-99BE-6789-4477-F230AB5C4425}"/>
          </ac:spMkLst>
        </pc:spChg>
        <pc:spChg chg="add">
          <ac:chgData name="Pokala Sushma" userId="8f92d326-2e04-4742-8ef3-263f618652de" providerId="ADAL" clId="{860254D0-E9E9-4D19-A949-C8C025EE3C1D}" dt="2026-08-28T06:20:55.046" v="357" actId="26606"/>
          <ac:spMkLst>
            <pc:docMk/>
            <pc:sldMk cId="745131472" sldId="257"/>
            <ac:spMk id="61" creationId="{907EF6B7-1338-4443-8C46-6A318D952DFD}"/>
          </ac:spMkLst>
        </pc:spChg>
        <pc:spChg chg="add">
          <ac:chgData name="Pokala Sushma" userId="8f92d326-2e04-4742-8ef3-263f618652de" providerId="ADAL" clId="{860254D0-E9E9-4D19-A949-C8C025EE3C1D}" dt="2026-08-28T06:20:55.046" v="357" actId="26606"/>
          <ac:spMkLst>
            <pc:docMk/>
            <pc:sldMk cId="745131472" sldId="257"/>
            <ac:spMk id="62" creationId="{DAAE4CDD-124C-4DCF-9584-B6033B545DD5}"/>
          </ac:spMkLst>
        </pc:spChg>
        <pc:spChg chg="add">
          <ac:chgData name="Pokala Sushma" userId="8f92d326-2e04-4742-8ef3-263f618652de" providerId="ADAL" clId="{860254D0-E9E9-4D19-A949-C8C025EE3C1D}" dt="2026-08-28T06:20:55.046" v="357" actId="26606"/>
          <ac:spMkLst>
            <pc:docMk/>
            <pc:sldMk cId="745131472" sldId="257"/>
            <ac:spMk id="63" creationId="{081E4A58-353D-44AE-B2FC-2A74E2E400F7}"/>
          </ac:spMkLst>
        </pc:spChg>
        <pc:spChg chg="add">
          <ac:chgData name="Pokala Sushma" userId="8f92d326-2e04-4742-8ef3-263f618652de" providerId="ADAL" clId="{860254D0-E9E9-4D19-A949-C8C025EE3C1D}" dt="2026-08-28T06:20:55.046" v="357" actId="26606"/>
          <ac:spMkLst>
            <pc:docMk/>
            <pc:sldMk cId="745131472" sldId="257"/>
            <ac:spMk id="64" creationId="{34A6A842-99BE-6789-4477-F230AB5C4425}"/>
          </ac:spMkLst>
        </pc:spChg>
        <pc:grpChg chg="add del">
          <ac:chgData name="Pokala Sushma" userId="8f92d326-2e04-4742-8ef3-263f618652de" providerId="ADAL" clId="{860254D0-E9E9-4D19-A949-C8C025EE3C1D}" dt="2026-08-28T06:20:24.930" v="346" actId="26606"/>
          <ac:grpSpMkLst>
            <pc:docMk/>
            <pc:sldMk cId="745131472" sldId="257"/>
            <ac:grpSpMk id="25" creationId="{DAA26DFA-AAB2-4973-9C17-16D587C7B198}"/>
          </ac:grpSpMkLst>
        </pc:grpChg>
        <pc:grpChg chg="add del">
          <ac:chgData name="Pokala Sushma" userId="8f92d326-2e04-4742-8ef3-263f618652de" providerId="ADAL" clId="{860254D0-E9E9-4D19-A949-C8C025EE3C1D}" dt="2026-08-28T06:20:55.030" v="356" actId="26606"/>
          <ac:grpSpMkLst>
            <pc:docMk/>
            <pc:sldMk cId="745131472" sldId="257"/>
            <ac:grpSpMk id="55" creationId="{DAA26DFA-AAB2-4973-9C17-16D587C7B198}"/>
          </ac:grpSpMkLst>
        </pc:grpChg>
        <pc:graphicFrameChg chg="add del">
          <ac:chgData name="Pokala Sushma" userId="8f92d326-2e04-4742-8ef3-263f618652de" providerId="ADAL" clId="{860254D0-E9E9-4D19-A949-C8C025EE3C1D}" dt="2026-08-28T06:20:12.279" v="342" actId="26606"/>
          <ac:graphicFrameMkLst>
            <pc:docMk/>
            <pc:sldMk cId="745131472" sldId="257"/>
            <ac:graphicFrameMk id="13" creationId="{080B312F-A0E4-CDF2-2A8E-68C8A4E50D15}"/>
          </ac:graphicFrameMkLst>
        </pc:graphicFrameChg>
        <pc:graphicFrameChg chg="add del">
          <ac:chgData name="Pokala Sushma" userId="8f92d326-2e04-4742-8ef3-263f618652de" providerId="ADAL" clId="{860254D0-E9E9-4D19-A949-C8C025EE3C1D}" dt="2026-08-28T06:20:17.673" v="344" actId="26606"/>
          <ac:graphicFrameMkLst>
            <pc:docMk/>
            <pc:sldMk cId="745131472" sldId="257"/>
            <ac:graphicFrameMk id="21" creationId="{285E153B-7170-8710-3ADD-FA406C42176E}"/>
          </ac:graphicFrameMkLst>
        </pc:graphicFrameChg>
        <pc:graphicFrameChg chg="add del">
          <ac:chgData name="Pokala Sushma" userId="8f92d326-2e04-4742-8ef3-263f618652de" providerId="ADAL" clId="{860254D0-E9E9-4D19-A949-C8C025EE3C1D}" dt="2026-08-28T06:20:36.023" v="348" actId="26606"/>
          <ac:graphicFrameMkLst>
            <pc:docMk/>
            <pc:sldMk cId="745131472" sldId="257"/>
            <ac:graphicFrameMk id="31" creationId="{CB75B1E7-D05F-B924-24AA-C5CB5B4D0703}"/>
          </ac:graphicFrameMkLst>
        </pc:graphicFrameChg>
        <pc:graphicFrameChg chg="add del">
          <ac:chgData name="Pokala Sushma" userId="8f92d326-2e04-4742-8ef3-263f618652de" providerId="ADAL" clId="{860254D0-E9E9-4D19-A949-C8C025EE3C1D}" dt="2026-08-28T06:20:44.526" v="350" actId="26606"/>
          <ac:graphicFrameMkLst>
            <pc:docMk/>
            <pc:sldMk cId="745131472" sldId="257"/>
            <ac:graphicFrameMk id="35" creationId="{080B312F-A0E4-CDF2-2A8E-68C8A4E50D15}"/>
          </ac:graphicFrameMkLst>
        </pc:graphicFrameChg>
        <pc:graphicFrameChg chg="add del">
          <ac:chgData name="Pokala Sushma" userId="8f92d326-2e04-4742-8ef3-263f618652de" providerId="ADAL" clId="{860254D0-E9E9-4D19-A949-C8C025EE3C1D}" dt="2026-08-28T06:20:47.736" v="352" actId="26606"/>
          <ac:graphicFrameMkLst>
            <pc:docMk/>
            <pc:sldMk cId="745131472" sldId="257"/>
            <ac:graphicFrameMk id="43" creationId="{285E153B-7170-8710-3ADD-FA406C42176E}"/>
          </ac:graphicFrameMkLst>
        </pc:graphicFrameChg>
        <pc:graphicFrameChg chg="add del">
          <ac:chgData name="Pokala Sushma" userId="8f92d326-2e04-4742-8ef3-263f618652de" providerId="ADAL" clId="{860254D0-E9E9-4D19-A949-C8C025EE3C1D}" dt="2026-08-28T06:20:48.822" v="354" actId="26606"/>
          <ac:graphicFrameMkLst>
            <pc:docMk/>
            <pc:sldMk cId="745131472" sldId="257"/>
            <ac:graphicFrameMk id="51" creationId="{64D3153E-A272-BB06-CFC0-0C4C089ED268}"/>
          </ac:graphicFrameMkLst>
        </pc:graphicFrameChg>
        <pc:picChg chg="add del">
          <ac:chgData name="Pokala Sushma" userId="8f92d326-2e04-4742-8ef3-263f618652de" providerId="ADAL" clId="{860254D0-E9E9-4D19-A949-C8C025EE3C1D}" dt="2026-08-28T04:48:45.801" v="334" actId="26606"/>
          <ac:picMkLst>
            <pc:docMk/>
            <pc:sldMk cId="745131472" sldId="257"/>
            <ac:picMk id="5" creationId="{35492EB4-1568-E32B-8C34-E37E5306E8B1}"/>
          </ac:picMkLst>
        </pc:picChg>
        <pc:picChg chg="add del">
          <ac:chgData name="Pokala Sushma" userId="8f92d326-2e04-4742-8ef3-263f618652de" providerId="ADAL" clId="{860254D0-E9E9-4D19-A949-C8C025EE3C1D}" dt="2026-08-28T06:20:01.278" v="340" actId="26606"/>
          <ac:picMkLst>
            <pc:docMk/>
            <pc:sldMk cId="745131472" sldId="257"/>
            <ac:picMk id="8" creationId="{47A5A81B-049D-0D6F-0D95-67D7DAFEF635}"/>
          </ac:picMkLst>
        </pc:picChg>
      </pc:sldChg>
      <pc:sldChg chg="addSp delSp modSp mod setBg">
        <pc:chgData name="Pokala Sushma" userId="8f92d326-2e04-4742-8ef3-263f618652de" providerId="ADAL" clId="{860254D0-E9E9-4D19-A949-C8C025EE3C1D}" dt="2026-08-28T06:21:39.204" v="367" actId="26606"/>
        <pc:sldMkLst>
          <pc:docMk/>
          <pc:sldMk cId="726539673" sldId="258"/>
        </pc:sldMkLst>
        <pc:spChg chg="mod">
          <ac:chgData name="Pokala Sushma" userId="8f92d326-2e04-4742-8ef3-263f618652de" providerId="ADAL" clId="{860254D0-E9E9-4D19-A949-C8C025EE3C1D}" dt="2026-08-28T06:21:39.204" v="367" actId="26606"/>
          <ac:spMkLst>
            <pc:docMk/>
            <pc:sldMk cId="726539673" sldId="258"/>
            <ac:spMk id="3" creationId="{A550F7F6-E1E0-58DC-6480-0DC0C1033026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8" creationId="{F837543A-6020-4505-A233-C9DB4BF74011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10" creationId="{35B16301-FB18-48BA-A6DD-C37CAF6F9A18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12" creationId="{C3C0D90E-074A-4F52-9B11-B52BEF4BCBE5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14" creationId="{CABBD4C1-E6F8-46F6-8152-A8A97490BF4D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16" creationId="{83BA5EF5-1FE9-4BF9-83BB-269BCDDF6156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20" creationId="{88853921-7BC9-4BDE-ACAB-133C683C82D6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22" creationId="{09192968-3AE7-4470-A61C-97294BB92731}"/>
          </ac:spMkLst>
        </pc:spChg>
        <pc:spChg chg="add del">
          <ac:chgData name="Pokala Sushma" userId="8f92d326-2e04-4742-8ef3-263f618652de" providerId="ADAL" clId="{860254D0-E9E9-4D19-A949-C8C025EE3C1D}" dt="2026-08-28T06:21:26.909" v="362" actId="26606"/>
          <ac:spMkLst>
            <pc:docMk/>
            <pc:sldMk cId="726539673" sldId="258"/>
            <ac:spMk id="24" creationId="{3AB72E55-43E4-4356-BFE8-E2102CB0B505}"/>
          </ac:spMkLst>
        </pc:spChg>
        <pc:spChg chg="add del">
          <ac:chgData name="Pokala Sushma" userId="8f92d326-2e04-4742-8ef3-263f618652de" providerId="ADAL" clId="{860254D0-E9E9-4D19-A949-C8C025EE3C1D}" dt="2026-08-28T06:21:32.417" v="364" actId="26606"/>
          <ac:spMkLst>
            <pc:docMk/>
            <pc:sldMk cId="726539673" sldId="258"/>
            <ac:spMk id="26" creationId="{907EF6B7-1338-4443-8C46-6A318D952DFD}"/>
          </ac:spMkLst>
        </pc:spChg>
        <pc:spChg chg="add del">
          <ac:chgData name="Pokala Sushma" userId="8f92d326-2e04-4742-8ef3-263f618652de" providerId="ADAL" clId="{860254D0-E9E9-4D19-A949-C8C025EE3C1D}" dt="2026-08-28T06:21:32.417" v="364" actId="26606"/>
          <ac:spMkLst>
            <pc:docMk/>
            <pc:sldMk cId="726539673" sldId="258"/>
            <ac:spMk id="27" creationId="{DAAE4CDD-124C-4DCF-9584-B6033B545DD5}"/>
          </ac:spMkLst>
        </pc:spChg>
        <pc:spChg chg="add del">
          <ac:chgData name="Pokala Sushma" userId="8f92d326-2e04-4742-8ef3-263f618652de" providerId="ADAL" clId="{860254D0-E9E9-4D19-A949-C8C025EE3C1D}" dt="2026-08-28T06:21:32.417" v="364" actId="26606"/>
          <ac:spMkLst>
            <pc:docMk/>
            <pc:sldMk cId="726539673" sldId="258"/>
            <ac:spMk id="28" creationId="{081E4A58-353D-44AE-B2FC-2A74E2E400F7}"/>
          </ac:spMkLst>
        </pc:spChg>
        <pc:spChg chg="add del">
          <ac:chgData name="Pokala Sushma" userId="8f92d326-2e04-4742-8ef3-263f618652de" providerId="ADAL" clId="{860254D0-E9E9-4D19-A949-C8C025EE3C1D}" dt="2026-08-28T06:21:39.188" v="366" actId="26606"/>
          <ac:spMkLst>
            <pc:docMk/>
            <pc:sldMk cId="726539673" sldId="258"/>
            <ac:spMk id="30" creationId="{C2554CA6-288E-4202-BC52-2E5A8F0C0AED}"/>
          </ac:spMkLst>
        </pc:spChg>
        <pc:spChg chg="add del">
          <ac:chgData name="Pokala Sushma" userId="8f92d326-2e04-4742-8ef3-263f618652de" providerId="ADAL" clId="{860254D0-E9E9-4D19-A949-C8C025EE3C1D}" dt="2026-08-28T06:21:39.188" v="366" actId="26606"/>
          <ac:spMkLst>
            <pc:docMk/>
            <pc:sldMk cId="726539673" sldId="258"/>
            <ac:spMk id="31" creationId="{B10BB131-AC8E-4A8E-A5D1-36260F720C3B}"/>
          </ac:spMkLst>
        </pc:spChg>
        <pc:spChg chg="add del">
          <ac:chgData name="Pokala Sushma" userId="8f92d326-2e04-4742-8ef3-263f618652de" providerId="ADAL" clId="{860254D0-E9E9-4D19-A949-C8C025EE3C1D}" dt="2026-08-28T06:21:39.188" v="366" actId="26606"/>
          <ac:spMkLst>
            <pc:docMk/>
            <pc:sldMk cId="726539673" sldId="258"/>
            <ac:spMk id="32" creationId="{5B7778FC-632E-4DCA-A7CB-0D7731CCF970}"/>
          </ac:spMkLst>
        </pc:spChg>
        <pc:spChg chg="add del">
          <ac:chgData name="Pokala Sushma" userId="8f92d326-2e04-4742-8ef3-263f618652de" providerId="ADAL" clId="{860254D0-E9E9-4D19-A949-C8C025EE3C1D}" dt="2026-08-28T06:21:39.188" v="366" actId="26606"/>
          <ac:spMkLst>
            <pc:docMk/>
            <pc:sldMk cId="726539673" sldId="258"/>
            <ac:spMk id="33" creationId="{FA23A907-97FB-4A8F-880A-DD77401C4296}"/>
          </ac:spMkLst>
        </pc:spChg>
        <pc:spChg chg="add">
          <ac:chgData name="Pokala Sushma" userId="8f92d326-2e04-4742-8ef3-263f618652de" providerId="ADAL" clId="{860254D0-E9E9-4D19-A949-C8C025EE3C1D}" dt="2026-08-28T06:21:39.204" v="367" actId="26606"/>
          <ac:spMkLst>
            <pc:docMk/>
            <pc:sldMk cId="726539673" sldId="258"/>
            <ac:spMk id="35" creationId="{907EF6B7-1338-4443-8C46-6A318D952DFD}"/>
          </ac:spMkLst>
        </pc:spChg>
        <pc:spChg chg="add">
          <ac:chgData name="Pokala Sushma" userId="8f92d326-2e04-4742-8ef3-263f618652de" providerId="ADAL" clId="{860254D0-E9E9-4D19-A949-C8C025EE3C1D}" dt="2026-08-28T06:21:39.204" v="367" actId="26606"/>
          <ac:spMkLst>
            <pc:docMk/>
            <pc:sldMk cId="726539673" sldId="258"/>
            <ac:spMk id="36" creationId="{DAAE4CDD-124C-4DCF-9584-B6033B545DD5}"/>
          </ac:spMkLst>
        </pc:spChg>
        <pc:spChg chg="add">
          <ac:chgData name="Pokala Sushma" userId="8f92d326-2e04-4742-8ef3-263f618652de" providerId="ADAL" clId="{860254D0-E9E9-4D19-A949-C8C025EE3C1D}" dt="2026-08-28T06:21:39.204" v="367" actId="26606"/>
          <ac:spMkLst>
            <pc:docMk/>
            <pc:sldMk cId="726539673" sldId="258"/>
            <ac:spMk id="37" creationId="{081E4A58-353D-44AE-B2FC-2A74E2E400F7}"/>
          </ac:spMkLst>
        </pc:spChg>
        <pc:cxnChg chg="add del">
          <ac:chgData name="Pokala Sushma" userId="8f92d326-2e04-4742-8ef3-263f618652de" providerId="ADAL" clId="{860254D0-E9E9-4D19-A949-C8C025EE3C1D}" dt="2026-08-28T06:21:26.909" v="362" actId="26606"/>
          <ac:cxnSpMkLst>
            <pc:docMk/>
            <pc:sldMk cId="726539673" sldId="258"/>
            <ac:cxnSpMk id="18" creationId="{4B3BCACB-5880-460B-9606-8C433A9AF99D}"/>
          </ac:cxnSpMkLst>
        </pc:cxnChg>
      </pc:sldChg>
      <pc:sldChg chg="addSp delSp modSp mod setBg">
        <pc:chgData name="Pokala Sushma" userId="8f92d326-2e04-4742-8ef3-263f618652de" providerId="ADAL" clId="{860254D0-E9E9-4D19-A949-C8C025EE3C1D}" dt="2026-08-28T06:23:38.716" v="383" actId="26606"/>
        <pc:sldMkLst>
          <pc:docMk/>
          <pc:sldMk cId="2595635731" sldId="259"/>
        </pc:sldMkLst>
        <pc:spChg chg="mod">
          <ac:chgData name="Pokala Sushma" userId="8f92d326-2e04-4742-8ef3-263f618652de" providerId="ADAL" clId="{860254D0-E9E9-4D19-A949-C8C025EE3C1D}" dt="2026-08-28T06:21:57.999" v="369" actId="26606"/>
          <ac:spMkLst>
            <pc:docMk/>
            <pc:sldMk cId="2595635731" sldId="259"/>
            <ac:spMk id="3" creationId="{C00D0799-00FE-4692-4D66-995E18F0B146}"/>
          </ac:spMkLst>
        </pc:spChg>
        <pc:spChg chg="add del">
          <ac:chgData name="Pokala Sushma" userId="8f92d326-2e04-4742-8ef3-263f618652de" providerId="ADAL" clId="{860254D0-E9E9-4D19-A949-C8C025EE3C1D}" dt="2026-08-28T06:21:09.844" v="359" actId="26606"/>
          <ac:spMkLst>
            <pc:docMk/>
            <pc:sldMk cId="2595635731" sldId="259"/>
            <ac:spMk id="9" creationId="{2EB492CD-616E-47F8-933B-5E2D952A0593}"/>
          </ac:spMkLst>
        </pc:spChg>
        <pc:spChg chg="add del">
          <ac:chgData name="Pokala Sushma" userId="8f92d326-2e04-4742-8ef3-263f618652de" providerId="ADAL" clId="{860254D0-E9E9-4D19-A949-C8C025EE3C1D}" dt="2026-08-28T06:21:09.844" v="359" actId="26606"/>
          <ac:spMkLst>
            <pc:docMk/>
            <pc:sldMk cId="2595635731" sldId="259"/>
            <ac:spMk id="11" creationId="{59383CF9-23B5-4335-9B21-1791C4CF1C75}"/>
          </ac:spMkLst>
        </pc:spChg>
        <pc:spChg chg="add del">
          <ac:chgData name="Pokala Sushma" userId="8f92d326-2e04-4742-8ef3-263f618652de" providerId="ADAL" clId="{860254D0-E9E9-4D19-A949-C8C025EE3C1D}" dt="2026-08-28T06:21:09.844" v="359" actId="26606"/>
          <ac:spMkLst>
            <pc:docMk/>
            <pc:sldMk cId="2595635731" sldId="259"/>
            <ac:spMk id="13" creationId="{0007FE00-9498-4706-B255-6437B0252C02}"/>
          </ac:spMkLst>
        </pc:spChg>
        <pc:spChg chg="add del">
          <ac:chgData name="Pokala Sushma" userId="8f92d326-2e04-4742-8ef3-263f618652de" providerId="ADAL" clId="{860254D0-E9E9-4D19-A949-C8C025EE3C1D}" dt="2026-08-28T06:21:57.999" v="369" actId="26606"/>
          <ac:spMkLst>
            <pc:docMk/>
            <pc:sldMk cId="2595635731" sldId="259"/>
            <ac:spMk id="15" creationId="{2EB492CD-616E-47F8-933B-5E2D952A0593}"/>
          </ac:spMkLst>
        </pc:spChg>
        <pc:spChg chg="add del">
          <ac:chgData name="Pokala Sushma" userId="8f92d326-2e04-4742-8ef3-263f618652de" providerId="ADAL" clId="{860254D0-E9E9-4D19-A949-C8C025EE3C1D}" dt="2026-08-28T06:21:57.999" v="369" actId="26606"/>
          <ac:spMkLst>
            <pc:docMk/>
            <pc:sldMk cId="2595635731" sldId="259"/>
            <ac:spMk id="16" creationId="{59383CF9-23B5-4335-9B21-1791C4CF1C75}"/>
          </ac:spMkLst>
        </pc:spChg>
        <pc:spChg chg="add del">
          <ac:chgData name="Pokala Sushma" userId="8f92d326-2e04-4742-8ef3-263f618652de" providerId="ADAL" clId="{860254D0-E9E9-4D19-A949-C8C025EE3C1D}" dt="2026-08-28T06:21:57.999" v="369" actId="26606"/>
          <ac:spMkLst>
            <pc:docMk/>
            <pc:sldMk cId="2595635731" sldId="259"/>
            <ac:spMk id="17" creationId="{0007FE00-9498-4706-B255-6437B0252C02}"/>
          </ac:spMkLst>
        </pc:spChg>
        <pc:spChg chg="add del">
          <ac:chgData name="Pokala Sushma" userId="8f92d326-2e04-4742-8ef3-263f618652de" providerId="ADAL" clId="{860254D0-E9E9-4D19-A949-C8C025EE3C1D}" dt="2026-08-28T06:22:30.220" v="372" actId="26606"/>
          <ac:spMkLst>
            <pc:docMk/>
            <pc:sldMk cId="2595635731" sldId="259"/>
            <ac:spMk id="22" creationId="{A2679492-7988-4050-9056-542444452411}"/>
          </ac:spMkLst>
        </pc:spChg>
        <pc:spChg chg="add del">
          <ac:chgData name="Pokala Sushma" userId="8f92d326-2e04-4742-8ef3-263f618652de" providerId="ADAL" clId="{860254D0-E9E9-4D19-A949-C8C025EE3C1D}" dt="2026-08-28T06:22:30.220" v="372" actId="26606"/>
          <ac:spMkLst>
            <pc:docMk/>
            <pc:sldMk cId="2595635731" sldId="259"/>
            <ac:spMk id="24" creationId="{B091B163-7D61-4891-ABCF-5C13D9C418D0}"/>
          </ac:spMkLst>
        </pc:spChg>
        <pc:spChg chg="add del">
          <ac:chgData name="Pokala Sushma" userId="8f92d326-2e04-4742-8ef3-263f618652de" providerId="ADAL" clId="{860254D0-E9E9-4D19-A949-C8C025EE3C1D}" dt="2026-08-28T06:23:38.716" v="383" actId="26606"/>
          <ac:spMkLst>
            <pc:docMk/>
            <pc:sldMk cId="2595635731" sldId="259"/>
            <ac:spMk id="31" creationId="{A2679492-7988-4050-9056-542444452411}"/>
          </ac:spMkLst>
        </pc:spChg>
        <pc:spChg chg="add del">
          <ac:chgData name="Pokala Sushma" userId="8f92d326-2e04-4742-8ef3-263f618652de" providerId="ADAL" clId="{860254D0-E9E9-4D19-A949-C8C025EE3C1D}" dt="2026-08-28T06:23:38.716" v="383" actId="26606"/>
          <ac:spMkLst>
            <pc:docMk/>
            <pc:sldMk cId="2595635731" sldId="259"/>
            <ac:spMk id="33" creationId="{B091B163-7D61-4891-ABCF-5C13D9C418D0}"/>
          </ac:spMkLst>
        </pc:spChg>
        <pc:spChg chg="add">
          <ac:chgData name="Pokala Sushma" userId="8f92d326-2e04-4742-8ef3-263f618652de" providerId="ADAL" clId="{860254D0-E9E9-4D19-A949-C8C025EE3C1D}" dt="2026-08-28T06:23:38.716" v="383" actId="26606"/>
          <ac:spMkLst>
            <pc:docMk/>
            <pc:sldMk cId="2595635731" sldId="259"/>
            <ac:spMk id="40" creationId="{A2679492-7988-4050-9056-542444452411}"/>
          </ac:spMkLst>
        </pc:spChg>
        <pc:spChg chg="add">
          <ac:chgData name="Pokala Sushma" userId="8f92d326-2e04-4742-8ef3-263f618652de" providerId="ADAL" clId="{860254D0-E9E9-4D19-A949-C8C025EE3C1D}" dt="2026-08-28T06:23:38.716" v="383" actId="26606"/>
          <ac:spMkLst>
            <pc:docMk/>
            <pc:sldMk cId="2595635731" sldId="259"/>
            <ac:spMk id="42" creationId="{B091B163-7D61-4891-ABCF-5C13D9C418D0}"/>
          </ac:spMkLst>
        </pc:spChg>
        <pc:graphicFrameChg chg="add mod modGraphic">
          <ac:chgData name="Pokala Sushma" userId="8f92d326-2e04-4742-8ef3-263f618652de" providerId="ADAL" clId="{860254D0-E9E9-4D19-A949-C8C025EE3C1D}" dt="2026-08-28T06:23:38.716" v="383" actId="26606"/>
          <ac:graphicFrameMkLst>
            <pc:docMk/>
            <pc:sldMk cId="2595635731" sldId="259"/>
            <ac:graphicFrameMk id="4" creationId="{80510BE6-C3DD-2076-FEB2-2B8F89408168}"/>
          </ac:graphicFrameMkLst>
        </pc:graphicFrameChg>
        <pc:cxnChg chg="add del">
          <ac:chgData name="Pokala Sushma" userId="8f92d326-2e04-4742-8ef3-263f618652de" providerId="ADAL" clId="{860254D0-E9E9-4D19-A949-C8C025EE3C1D}" dt="2026-08-28T06:22:30.220" v="372" actId="26606"/>
          <ac:cxnSpMkLst>
            <pc:docMk/>
            <pc:sldMk cId="2595635731" sldId="259"/>
            <ac:cxnSpMk id="26" creationId="{C49DA8F6-BCC1-4447-B54C-57856834B94B}"/>
          </ac:cxnSpMkLst>
        </pc:cxnChg>
        <pc:cxnChg chg="add del">
          <ac:chgData name="Pokala Sushma" userId="8f92d326-2e04-4742-8ef3-263f618652de" providerId="ADAL" clId="{860254D0-E9E9-4D19-A949-C8C025EE3C1D}" dt="2026-08-28T06:23:38.716" v="383" actId="26606"/>
          <ac:cxnSpMkLst>
            <pc:docMk/>
            <pc:sldMk cId="2595635731" sldId="259"/>
            <ac:cxnSpMk id="35" creationId="{C49DA8F6-BCC1-4447-B54C-57856834B94B}"/>
          </ac:cxnSpMkLst>
        </pc:cxnChg>
        <pc:cxnChg chg="add">
          <ac:chgData name="Pokala Sushma" userId="8f92d326-2e04-4742-8ef3-263f618652de" providerId="ADAL" clId="{860254D0-E9E9-4D19-A949-C8C025EE3C1D}" dt="2026-08-28T06:23:38.716" v="383" actId="26606"/>
          <ac:cxnSpMkLst>
            <pc:docMk/>
            <pc:sldMk cId="2595635731" sldId="259"/>
            <ac:cxnSpMk id="44" creationId="{C49DA8F6-BCC1-4447-B54C-57856834B94B}"/>
          </ac:cxnSpMkLst>
        </pc:cxnChg>
      </pc:sldChg>
      <pc:sldChg chg="addSp modSp mod setBg">
        <pc:chgData name="Pokala Sushma" userId="8f92d326-2e04-4742-8ef3-263f618652de" providerId="ADAL" clId="{860254D0-E9E9-4D19-A949-C8C025EE3C1D}" dt="2026-08-28T06:22:10.685" v="370" actId="26606"/>
        <pc:sldMkLst>
          <pc:docMk/>
          <pc:sldMk cId="2796664089" sldId="260"/>
        </pc:sldMkLst>
        <pc:spChg chg="mod">
          <ac:chgData name="Pokala Sushma" userId="8f92d326-2e04-4742-8ef3-263f618652de" providerId="ADAL" clId="{860254D0-E9E9-4D19-A949-C8C025EE3C1D}" dt="2026-08-28T06:22:10.685" v="370" actId="26606"/>
          <ac:spMkLst>
            <pc:docMk/>
            <pc:sldMk cId="2796664089" sldId="260"/>
            <ac:spMk id="2" creationId="{49570EC0-E527-BF2A-89BC-6AB1B8F67A9A}"/>
          </ac:spMkLst>
        </pc:spChg>
        <pc:spChg chg="mod">
          <ac:chgData name="Pokala Sushma" userId="8f92d326-2e04-4742-8ef3-263f618652de" providerId="ADAL" clId="{860254D0-E9E9-4D19-A949-C8C025EE3C1D}" dt="2026-08-28T06:22:10.685" v="370" actId="26606"/>
          <ac:spMkLst>
            <pc:docMk/>
            <pc:sldMk cId="2796664089" sldId="260"/>
            <ac:spMk id="3" creationId="{89C69E6B-595E-4C1A-2D5B-31B66E2CC4EA}"/>
          </ac:spMkLst>
        </pc:spChg>
        <pc:spChg chg="add">
          <ac:chgData name="Pokala Sushma" userId="8f92d326-2e04-4742-8ef3-263f618652de" providerId="ADAL" clId="{860254D0-E9E9-4D19-A949-C8C025EE3C1D}" dt="2026-08-28T06:22:10.685" v="370" actId="26606"/>
          <ac:spMkLst>
            <pc:docMk/>
            <pc:sldMk cId="2796664089" sldId="260"/>
            <ac:spMk id="8" creationId="{907EF6B7-1338-4443-8C46-6A318D952DFD}"/>
          </ac:spMkLst>
        </pc:spChg>
        <pc:spChg chg="add">
          <ac:chgData name="Pokala Sushma" userId="8f92d326-2e04-4742-8ef3-263f618652de" providerId="ADAL" clId="{860254D0-E9E9-4D19-A949-C8C025EE3C1D}" dt="2026-08-28T06:22:10.685" v="370" actId="26606"/>
          <ac:spMkLst>
            <pc:docMk/>
            <pc:sldMk cId="2796664089" sldId="260"/>
            <ac:spMk id="10" creationId="{DAAE4CDD-124C-4DCF-9584-B6033B545DD5}"/>
          </ac:spMkLst>
        </pc:spChg>
        <pc:spChg chg="add">
          <ac:chgData name="Pokala Sushma" userId="8f92d326-2e04-4742-8ef3-263f618652de" providerId="ADAL" clId="{860254D0-E9E9-4D19-A949-C8C025EE3C1D}" dt="2026-08-28T06:22:10.685" v="370" actId="26606"/>
          <ac:spMkLst>
            <pc:docMk/>
            <pc:sldMk cId="2796664089" sldId="260"/>
            <ac:spMk id="12" creationId="{081E4A58-353D-44AE-B2FC-2A74E2E400F7}"/>
          </ac:spMkLst>
        </pc:spChg>
      </pc:sldChg>
      <pc:sldChg chg="addSp delSp modSp mod setBg">
        <pc:chgData name="Pokala Sushma" userId="8f92d326-2e04-4742-8ef3-263f618652de" providerId="ADAL" clId="{860254D0-E9E9-4D19-A949-C8C025EE3C1D}" dt="2026-08-28T06:24:06.578" v="384" actId="26606"/>
        <pc:sldMkLst>
          <pc:docMk/>
          <pc:sldMk cId="2780105295" sldId="261"/>
        </pc:sldMkLst>
        <pc:spChg chg="mod">
          <ac:chgData name="Pokala Sushma" userId="8f92d326-2e04-4742-8ef3-263f618652de" providerId="ADAL" clId="{860254D0-E9E9-4D19-A949-C8C025EE3C1D}" dt="2026-08-28T06:22:18.215" v="371" actId="26606"/>
          <ac:spMkLst>
            <pc:docMk/>
            <pc:sldMk cId="2780105295" sldId="261"/>
            <ac:spMk id="3" creationId="{739ED762-6028-226D-BFB7-BD2C630BB980}"/>
          </ac:spMkLst>
        </pc:spChg>
        <pc:spChg chg="add del">
          <ac:chgData name="Pokala Sushma" userId="8f92d326-2e04-4742-8ef3-263f618652de" providerId="ADAL" clId="{860254D0-E9E9-4D19-A949-C8C025EE3C1D}" dt="2026-08-28T06:24:06.578" v="384" actId="26606"/>
          <ac:spMkLst>
            <pc:docMk/>
            <pc:sldMk cId="2780105295" sldId="261"/>
            <ac:spMk id="9" creationId="{A2679492-7988-4050-9056-542444452411}"/>
          </ac:spMkLst>
        </pc:spChg>
        <pc:spChg chg="add del">
          <ac:chgData name="Pokala Sushma" userId="8f92d326-2e04-4742-8ef3-263f618652de" providerId="ADAL" clId="{860254D0-E9E9-4D19-A949-C8C025EE3C1D}" dt="2026-08-28T06:24:06.578" v="384" actId="26606"/>
          <ac:spMkLst>
            <pc:docMk/>
            <pc:sldMk cId="2780105295" sldId="261"/>
            <ac:spMk id="11" creationId="{B091B163-7D61-4891-ABCF-5C13D9C418D0}"/>
          </ac:spMkLst>
        </pc:spChg>
        <pc:spChg chg="add">
          <ac:chgData name="Pokala Sushma" userId="8f92d326-2e04-4742-8ef3-263f618652de" providerId="ADAL" clId="{860254D0-E9E9-4D19-A949-C8C025EE3C1D}" dt="2026-08-28T06:24:06.578" v="384" actId="26606"/>
          <ac:spMkLst>
            <pc:docMk/>
            <pc:sldMk cId="2780105295" sldId="261"/>
            <ac:spMk id="18" creationId="{A2679492-7988-4050-9056-542444452411}"/>
          </ac:spMkLst>
        </pc:spChg>
        <pc:spChg chg="add">
          <ac:chgData name="Pokala Sushma" userId="8f92d326-2e04-4742-8ef3-263f618652de" providerId="ADAL" clId="{860254D0-E9E9-4D19-A949-C8C025EE3C1D}" dt="2026-08-28T06:24:06.578" v="384" actId="26606"/>
          <ac:spMkLst>
            <pc:docMk/>
            <pc:sldMk cId="2780105295" sldId="261"/>
            <ac:spMk id="20" creationId="{B091B163-7D61-4891-ABCF-5C13D9C418D0}"/>
          </ac:spMkLst>
        </pc:spChg>
        <pc:graphicFrameChg chg="add mod modGraphic">
          <ac:chgData name="Pokala Sushma" userId="8f92d326-2e04-4742-8ef3-263f618652de" providerId="ADAL" clId="{860254D0-E9E9-4D19-A949-C8C025EE3C1D}" dt="2026-08-28T06:24:06.578" v="384" actId="26606"/>
          <ac:graphicFrameMkLst>
            <pc:docMk/>
            <pc:sldMk cId="2780105295" sldId="261"/>
            <ac:graphicFrameMk id="4" creationId="{F995CEC0-F24A-64FA-5224-699D04BD6A9D}"/>
          </ac:graphicFrameMkLst>
        </pc:graphicFrameChg>
        <pc:cxnChg chg="add del">
          <ac:chgData name="Pokala Sushma" userId="8f92d326-2e04-4742-8ef3-263f618652de" providerId="ADAL" clId="{860254D0-E9E9-4D19-A949-C8C025EE3C1D}" dt="2026-08-28T06:24:06.578" v="384" actId="26606"/>
          <ac:cxnSpMkLst>
            <pc:docMk/>
            <pc:sldMk cId="2780105295" sldId="261"/>
            <ac:cxnSpMk id="13" creationId="{C49DA8F6-BCC1-4447-B54C-57856834B94B}"/>
          </ac:cxnSpMkLst>
        </pc:cxnChg>
        <pc:cxnChg chg="add">
          <ac:chgData name="Pokala Sushma" userId="8f92d326-2e04-4742-8ef3-263f618652de" providerId="ADAL" clId="{860254D0-E9E9-4D19-A949-C8C025EE3C1D}" dt="2026-08-28T06:24:06.578" v="384" actId="26606"/>
          <ac:cxnSpMkLst>
            <pc:docMk/>
            <pc:sldMk cId="2780105295" sldId="261"/>
            <ac:cxnSpMk id="22" creationId="{C49DA8F6-BCC1-4447-B54C-57856834B94B}"/>
          </ac:cxnSpMkLst>
        </pc:cxnChg>
      </pc:sldChg>
      <pc:sldChg chg="addSp modSp mod setBg">
        <pc:chgData name="Pokala Sushma" userId="8f92d326-2e04-4742-8ef3-263f618652de" providerId="ADAL" clId="{860254D0-E9E9-4D19-A949-C8C025EE3C1D}" dt="2026-08-28T06:22:35.465" v="373" actId="26606"/>
        <pc:sldMkLst>
          <pc:docMk/>
          <pc:sldMk cId="2256237774" sldId="262"/>
        </pc:sldMkLst>
        <pc:spChg chg="mod">
          <ac:chgData name="Pokala Sushma" userId="8f92d326-2e04-4742-8ef3-263f618652de" providerId="ADAL" clId="{860254D0-E9E9-4D19-A949-C8C025EE3C1D}" dt="2026-08-28T06:22:35.465" v="373" actId="26606"/>
          <ac:spMkLst>
            <pc:docMk/>
            <pc:sldMk cId="2256237774" sldId="262"/>
            <ac:spMk id="3" creationId="{B1921924-79BE-2CD4-998B-076D3EFCC772}"/>
          </ac:spMkLst>
        </pc:spChg>
        <pc:spChg chg="add">
          <ac:chgData name="Pokala Sushma" userId="8f92d326-2e04-4742-8ef3-263f618652de" providerId="ADAL" clId="{860254D0-E9E9-4D19-A949-C8C025EE3C1D}" dt="2026-08-28T06:22:35.465" v="373" actId="26606"/>
          <ac:spMkLst>
            <pc:docMk/>
            <pc:sldMk cId="2256237774" sldId="262"/>
            <ac:spMk id="8" creationId="{907EF6B7-1338-4443-8C46-6A318D952DFD}"/>
          </ac:spMkLst>
        </pc:spChg>
        <pc:spChg chg="add">
          <ac:chgData name="Pokala Sushma" userId="8f92d326-2e04-4742-8ef3-263f618652de" providerId="ADAL" clId="{860254D0-E9E9-4D19-A949-C8C025EE3C1D}" dt="2026-08-28T06:22:35.465" v="373" actId="26606"/>
          <ac:spMkLst>
            <pc:docMk/>
            <pc:sldMk cId="2256237774" sldId="262"/>
            <ac:spMk id="10" creationId="{DAAE4CDD-124C-4DCF-9584-B6033B545DD5}"/>
          </ac:spMkLst>
        </pc:spChg>
        <pc:spChg chg="add">
          <ac:chgData name="Pokala Sushma" userId="8f92d326-2e04-4742-8ef3-263f618652de" providerId="ADAL" clId="{860254D0-E9E9-4D19-A949-C8C025EE3C1D}" dt="2026-08-28T06:22:35.465" v="373" actId="26606"/>
          <ac:spMkLst>
            <pc:docMk/>
            <pc:sldMk cId="2256237774" sldId="262"/>
            <ac:spMk id="12" creationId="{081E4A58-353D-44AE-B2FC-2A74E2E400F7}"/>
          </ac:spMkLst>
        </pc:spChg>
      </pc:sldChg>
      <pc:sldChg chg="addSp delSp modSp new mod setBg">
        <pc:chgData name="Pokala Sushma" userId="8f92d326-2e04-4742-8ef3-263f618652de" providerId="ADAL" clId="{860254D0-E9E9-4D19-A949-C8C025EE3C1D}" dt="2026-08-28T06:28:59.581" v="478" actId="1076"/>
        <pc:sldMkLst>
          <pc:docMk/>
          <pc:sldMk cId="1148864122" sldId="263"/>
        </pc:sldMkLst>
        <pc:spChg chg="mod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2" creationId="{23B2DAA8-215D-45A3-EE43-94A7755273CE}"/>
          </ac:spMkLst>
        </pc:spChg>
        <pc:spChg chg="mod">
          <ac:chgData name="Pokala Sushma" userId="8f92d326-2e04-4742-8ef3-263f618652de" providerId="ADAL" clId="{860254D0-E9E9-4D19-A949-C8C025EE3C1D}" dt="2026-08-28T06:28:59.581" v="478" actId="1076"/>
          <ac:spMkLst>
            <pc:docMk/>
            <pc:sldMk cId="1148864122" sldId="263"/>
            <ac:spMk id="3" creationId="{28C232E8-43F0-2C4A-F1AC-773DFDFD9674}"/>
          </ac:spMkLst>
        </pc:spChg>
        <pc:spChg chg="add del">
          <ac:chgData name="Pokala Sushma" userId="8f92d326-2e04-4742-8ef3-263f618652de" providerId="ADAL" clId="{860254D0-E9E9-4D19-A949-C8C025EE3C1D}" dt="2026-08-28T04:45:35.728" v="315" actId="26606"/>
          <ac:spMkLst>
            <pc:docMk/>
            <pc:sldMk cId="1148864122" sldId="263"/>
            <ac:spMk id="8" creationId="{18873D23-2DCF-4B31-A009-95721C06E8E1}"/>
          </ac:spMkLst>
        </pc:spChg>
        <pc:spChg chg="add del">
          <ac:chgData name="Pokala Sushma" userId="8f92d326-2e04-4742-8ef3-263f618652de" providerId="ADAL" clId="{860254D0-E9E9-4D19-A949-C8C025EE3C1D}" dt="2026-08-28T04:45:01.612" v="309" actId="26606"/>
          <ac:spMkLst>
            <pc:docMk/>
            <pc:sldMk cId="1148864122" sldId="263"/>
            <ac:spMk id="10" creationId="{A3363022-C969-41E9-8EB2-E4C94908C1FA}"/>
          </ac:spMkLst>
        </pc:spChg>
        <pc:spChg chg="add del">
          <ac:chgData name="Pokala Sushma" userId="8f92d326-2e04-4742-8ef3-263f618652de" providerId="ADAL" clId="{860254D0-E9E9-4D19-A949-C8C025EE3C1D}" dt="2026-08-28T04:45:01.612" v="309" actId="26606"/>
          <ac:spMkLst>
            <pc:docMk/>
            <pc:sldMk cId="1148864122" sldId="263"/>
            <ac:spMk id="12" creationId="{8D1AD6B3-BE88-4CEB-BA17-790657CC4729}"/>
          </ac:spMkLst>
        </pc:spChg>
        <pc:spChg chg="add del">
          <ac:chgData name="Pokala Sushma" userId="8f92d326-2e04-4742-8ef3-263f618652de" providerId="ADAL" clId="{860254D0-E9E9-4D19-A949-C8C025EE3C1D}" dt="2026-08-28T04:45:35.728" v="315" actId="26606"/>
          <ac:spMkLst>
            <pc:docMk/>
            <pc:sldMk cId="1148864122" sldId="263"/>
            <ac:spMk id="19" creationId="{C13EF075-D4EF-4929-ADBC-91B27DA19955}"/>
          </ac:spMkLst>
        </pc:spChg>
        <pc:spChg chg="add del">
          <ac:chgData name="Pokala Sushma" userId="8f92d326-2e04-4742-8ef3-263f618652de" providerId="ADAL" clId="{860254D0-E9E9-4D19-A949-C8C025EE3C1D}" dt="2026-08-28T04:45:33.790" v="312" actId="26606"/>
          <ac:spMkLst>
            <pc:docMk/>
            <pc:sldMk cId="1148864122" sldId="263"/>
            <ac:spMk id="28" creationId="{5C8908E2-EE49-44D2-9428-A28D2312A8D5}"/>
          </ac:spMkLst>
        </pc:spChg>
        <pc:spChg chg="add del">
          <ac:chgData name="Pokala Sushma" userId="8f92d326-2e04-4742-8ef3-263f618652de" providerId="ADAL" clId="{860254D0-E9E9-4D19-A949-C8C025EE3C1D}" dt="2026-08-28T04:46:37.486" v="332" actId="26606"/>
          <ac:spMkLst>
            <pc:docMk/>
            <pc:sldMk cId="1148864122" sldId="263"/>
            <ac:spMk id="32" creationId="{5B7778FC-632E-4DCA-A7CB-0D7731CCF970}"/>
          </ac:spMkLst>
        </pc:spChg>
        <pc:spChg chg="add del">
          <ac:chgData name="Pokala Sushma" userId="8f92d326-2e04-4742-8ef3-263f618652de" providerId="ADAL" clId="{860254D0-E9E9-4D19-A949-C8C025EE3C1D}" dt="2026-08-28T04:45:33.790" v="312" actId="26606"/>
          <ac:spMkLst>
            <pc:docMk/>
            <pc:sldMk cId="1148864122" sldId="263"/>
            <ac:spMk id="34" creationId="{BD92035A-AA2F-4CD8-A556-1CE8BDEC75BD}"/>
          </ac:spMkLst>
        </pc:spChg>
        <pc:spChg chg="add del">
          <ac:chgData name="Pokala Sushma" userId="8f92d326-2e04-4742-8ef3-263f618652de" providerId="ADAL" clId="{860254D0-E9E9-4D19-A949-C8C025EE3C1D}" dt="2026-08-28T04:45:33.790" v="312" actId="26606"/>
          <ac:spMkLst>
            <pc:docMk/>
            <pc:sldMk cId="1148864122" sldId="263"/>
            <ac:spMk id="36" creationId="{ED888B23-07FA-482A-96DF-47E31AF1A603}"/>
          </ac:spMkLst>
        </pc:spChg>
        <pc:spChg chg="add del">
          <ac:chgData name="Pokala Sushma" userId="8f92d326-2e04-4742-8ef3-263f618652de" providerId="ADAL" clId="{860254D0-E9E9-4D19-A949-C8C025EE3C1D}" dt="2026-08-28T04:45:35.714" v="314" actId="26606"/>
          <ac:spMkLst>
            <pc:docMk/>
            <pc:sldMk cId="1148864122" sldId="263"/>
            <ac:spMk id="38" creationId="{7B786209-1B0B-4CA9-9BDD-F7327066A84D}"/>
          </ac:spMkLst>
        </pc:spChg>
        <pc:spChg chg="add del">
          <ac:chgData name="Pokala Sushma" userId="8f92d326-2e04-4742-8ef3-263f618652de" providerId="ADAL" clId="{860254D0-E9E9-4D19-A949-C8C025EE3C1D}" dt="2026-08-28T04:45:35.714" v="314" actId="26606"/>
          <ac:spMkLst>
            <pc:docMk/>
            <pc:sldMk cId="1148864122" sldId="263"/>
            <ac:spMk id="39" creationId="{E92FEB64-6EEA-4759-B4A4-BD2C1E660BA8}"/>
          </ac:spMkLst>
        </pc:spChg>
        <pc:spChg chg="add del">
          <ac:chgData name="Pokala Sushma" userId="8f92d326-2e04-4742-8ef3-263f618652de" providerId="ADAL" clId="{860254D0-E9E9-4D19-A949-C8C025EE3C1D}" dt="2026-08-28T04:45:35.714" v="314" actId="26606"/>
          <ac:spMkLst>
            <pc:docMk/>
            <pc:sldMk cId="1148864122" sldId="263"/>
            <ac:spMk id="40" creationId="{2D2964BB-484D-45AE-AD66-D407D0629652}"/>
          </ac:spMkLst>
        </pc:spChg>
        <pc:spChg chg="add del">
          <ac:chgData name="Pokala Sushma" userId="8f92d326-2e04-4742-8ef3-263f618652de" providerId="ADAL" clId="{860254D0-E9E9-4D19-A949-C8C025EE3C1D}" dt="2026-08-28T04:45:35.714" v="314" actId="26606"/>
          <ac:spMkLst>
            <pc:docMk/>
            <pc:sldMk cId="1148864122" sldId="263"/>
            <ac:spMk id="41" creationId="{B10BB131-AC8E-4A8E-A5D1-36260F720C3B}"/>
          </ac:spMkLst>
        </pc:spChg>
        <pc:spChg chg="add del">
          <ac:chgData name="Pokala Sushma" userId="8f92d326-2e04-4742-8ef3-263f618652de" providerId="ADAL" clId="{860254D0-E9E9-4D19-A949-C8C025EE3C1D}" dt="2026-08-28T04:45:35.714" v="314" actId="26606"/>
          <ac:spMkLst>
            <pc:docMk/>
            <pc:sldMk cId="1148864122" sldId="263"/>
            <ac:spMk id="42" creationId="{6691AC69-A76E-4DAB-B565-468B6B87ACF3}"/>
          </ac:spMkLst>
        </pc:spChg>
        <pc:spChg chg="add del">
          <ac:chgData name="Pokala Sushma" userId="8f92d326-2e04-4742-8ef3-263f618652de" providerId="ADAL" clId="{860254D0-E9E9-4D19-A949-C8C025EE3C1D}" dt="2026-08-28T04:45:35.714" v="314" actId="26606"/>
          <ac:spMkLst>
            <pc:docMk/>
            <pc:sldMk cId="1148864122" sldId="263"/>
            <ac:spMk id="45" creationId="{9F835A99-04AC-494A-A572-AFE8413CC938}"/>
          </ac:spMkLst>
        </pc:spChg>
        <pc:spChg chg="add del">
          <ac:chgData name="Pokala Sushma" userId="8f92d326-2e04-4742-8ef3-263f618652de" providerId="ADAL" clId="{860254D0-E9E9-4D19-A949-C8C025EE3C1D}" dt="2026-08-28T04:46:37.486" v="332" actId="26606"/>
          <ac:spMkLst>
            <pc:docMk/>
            <pc:sldMk cId="1148864122" sldId="263"/>
            <ac:spMk id="47" creationId="{C2554CA6-288E-4202-BC52-2E5A8F0C0AED}"/>
          </ac:spMkLst>
        </pc:spChg>
        <pc:spChg chg="add del">
          <ac:chgData name="Pokala Sushma" userId="8f92d326-2e04-4742-8ef3-263f618652de" providerId="ADAL" clId="{860254D0-E9E9-4D19-A949-C8C025EE3C1D}" dt="2026-08-28T04:46:37.486" v="332" actId="26606"/>
          <ac:spMkLst>
            <pc:docMk/>
            <pc:sldMk cId="1148864122" sldId="263"/>
            <ac:spMk id="48" creationId="{B10BB131-AC8E-4A8E-A5D1-36260F720C3B}"/>
          </ac:spMkLst>
        </pc:spChg>
        <pc:spChg chg="add del">
          <ac:chgData name="Pokala Sushma" userId="8f92d326-2e04-4742-8ef3-263f618652de" providerId="ADAL" clId="{860254D0-E9E9-4D19-A949-C8C025EE3C1D}" dt="2026-08-28T04:46:37.486" v="332" actId="26606"/>
          <ac:spMkLst>
            <pc:docMk/>
            <pc:sldMk cId="1148864122" sldId="263"/>
            <ac:spMk id="49" creationId="{FA23A907-97FB-4A8F-880A-DD77401C4296}"/>
          </ac:spMkLst>
        </pc:spChg>
        <pc:spChg chg="add del">
          <ac:chgData name="Pokala Sushma" userId="8f92d326-2e04-4742-8ef3-263f618652de" providerId="ADAL" clId="{860254D0-E9E9-4D19-A949-C8C025EE3C1D}" dt="2026-08-28T04:46:21.563" v="320" actId="26606"/>
          <ac:spMkLst>
            <pc:docMk/>
            <pc:sldMk cId="1148864122" sldId="263"/>
            <ac:spMk id="54" creationId="{18873D23-2DCF-4B31-A009-95721C06E8E1}"/>
          </ac:spMkLst>
        </pc:spChg>
        <pc:spChg chg="add del">
          <ac:chgData name="Pokala Sushma" userId="8f92d326-2e04-4742-8ef3-263f618652de" providerId="ADAL" clId="{860254D0-E9E9-4D19-A949-C8C025EE3C1D}" dt="2026-08-28T04:46:20.446" v="318" actId="26606"/>
          <ac:spMkLst>
            <pc:docMk/>
            <pc:sldMk cId="1148864122" sldId="263"/>
            <ac:spMk id="56" creationId="{A3363022-C969-41E9-8EB2-E4C94908C1FA}"/>
          </ac:spMkLst>
        </pc:spChg>
        <pc:spChg chg="add del">
          <ac:chgData name="Pokala Sushma" userId="8f92d326-2e04-4742-8ef3-263f618652de" providerId="ADAL" clId="{860254D0-E9E9-4D19-A949-C8C025EE3C1D}" dt="2026-08-28T04:46:20.446" v="318" actId="26606"/>
          <ac:spMkLst>
            <pc:docMk/>
            <pc:sldMk cId="1148864122" sldId="263"/>
            <ac:spMk id="58" creationId="{8D1AD6B3-BE88-4CEB-BA17-790657CC4729}"/>
          </ac:spMkLst>
        </pc:spChg>
        <pc:spChg chg="add del">
          <ac:chgData name="Pokala Sushma" userId="8f92d326-2e04-4742-8ef3-263f618652de" providerId="ADAL" clId="{860254D0-E9E9-4D19-A949-C8C025EE3C1D}" dt="2026-08-28T04:46:21.563" v="320" actId="26606"/>
          <ac:spMkLst>
            <pc:docMk/>
            <pc:sldMk cId="1148864122" sldId="263"/>
            <ac:spMk id="65" creationId="{C13EF075-D4EF-4929-ADBC-91B27DA19955}"/>
          </ac:spMkLst>
        </pc:spChg>
        <pc:spChg chg="add del">
          <ac:chgData name="Pokala Sushma" userId="8f92d326-2e04-4742-8ef3-263f618652de" providerId="ADAL" clId="{860254D0-E9E9-4D19-A949-C8C025EE3C1D}" dt="2026-08-28T04:46:22.997" v="322" actId="26606"/>
          <ac:spMkLst>
            <pc:docMk/>
            <pc:sldMk cId="1148864122" sldId="263"/>
            <ac:spMk id="71" creationId="{DEE2AD96-B495-4E06-9291-B71706F728CB}"/>
          </ac:spMkLst>
        </pc:spChg>
        <pc:spChg chg="add del">
          <ac:chgData name="Pokala Sushma" userId="8f92d326-2e04-4742-8ef3-263f618652de" providerId="ADAL" clId="{860254D0-E9E9-4D19-A949-C8C025EE3C1D}" dt="2026-08-28T04:46:22.997" v="322" actId="26606"/>
          <ac:spMkLst>
            <pc:docMk/>
            <pc:sldMk cId="1148864122" sldId="263"/>
            <ac:spMk id="73" creationId="{86909FA0-B515-4681-B7A8-FA281D133B94}"/>
          </ac:spMkLst>
        </pc:spChg>
        <pc:spChg chg="add del">
          <ac:chgData name="Pokala Sushma" userId="8f92d326-2e04-4742-8ef3-263f618652de" providerId="ADAL" clId="{860254D0-E9E9-4D19-A949-C8C025EE3C1D}" dt="2026-08-28T04:46:22.997" v="322" actId="26606"/>
          <ac:spMkLst>
            <pc:docMk/>
            <pc:sldMk cId="1148864122" sldId="263"/>
            <ac:spMk id="74" creationId="{21C9FE86-FCC3-4A31-AA1C-C882262B7FE7}"/>
          </ac:spMkLst>
        </pc:spChg>
        <pc:spChg chg="add del">
          <ac:chgData name="Pokala Sushma" userId="8f92d326-2e04-4742-8ef3-263f618652de" providerId="ADAL" clId="{860254D0-E9E9-4D19-A949-C8C025EE3C1D}" dt="2026-08-28T04:46:22.997" v="322" actId="26606"/>
          <ac:spMkLst>
            <pc:docMk/>
            <pc:sldMk cId="1148864122" sldId="263"/>
            <ac:spMk id="75" creationId="{7D96243B-ECED-4B71-8E06-AE9A285EAD20}"/>
          </ac:spMkLst>
        </pc:spChg>
        <pc:spChg chg="add del">
          <ac:chgData name="Pokala Sushma" userId="8f92d326-2e04-4742-8ef3-263f618652de" providerId="ADAL" clId="{860254D0-E9E9-4D19-A949-C8C025EE3C1D}" dt="2026-08-28T04:46:28.941" v="324" actId="26606"/>
          <ac:spMkLst>
            <pc:docMk/>
            <pc:sldMk cId="1148864122" sldId="263"/>
            <ac:spMk id="77" creationId="{907EF6B7-1338-4443-8C46-6A318D952DFD}"/>
          </ac:spMkLst>
        </pc:spChg>
        <pc:spChg chg="add del">
          <ac:chgData name="Pokala Sushma" userId="8f92d326-2e04-4742-8ef3-263f618652de" providerId="ADAL" clId="{860254D0-E9E9-4D19-A949-C8C025EE3C1D}" dt="2026-08-28T04:46:28.941" v="324" actId="26606"/>
          <ac:spMkLst>
            <pc:docMk/>
            <pc:sldMk cId="1148864122" sldId="263"/>
            <ac:spMk id="78" creationId="{DAAE4CDD-124C-4DCF-9584-B6033B545DD5}"/>
          </ac:spMkLst>
        </pc:spChg>
        <pc:spChg chg="add del">
          <ac:chgData name="Pokala Sushma" userId="8f92d326-2e04-4742-8ef3-263f618652de" providerId="ADAL" clId="{860254D0-E9E9-4D19-A949-C8C025EE3C1D}" dt="2026-08-28T04:46:28.941" v="324" actId="26606"/>
          <ac:spMkLst>
            <pc:docMk/>
            <pc:sldMk cId="1148864122" sldId="263"/>
            <ac:spMk id="79" creationId="{081E4A58-353D-44AE-B2FC-2A74E2E400F7}"/>
          </ac:spMkLst>
        </pc:spChg>
        <pc:spChg chg="add del">
          <ac:chgData name="Pokala Sushma" userId="8f92d326-2e04-4742-8ef3-263f618652de" providerId="ADAL" clId="{860254D0-E9E9-4D19-A949-C8C025EE3C1D}" dt="2026-08-28T04:46:32.106" v="326" actId="26606"/>
          <ac:spMkLst>
            <pc:docMk/>
            <pc:sldMk cId="1148864122" sldId="263"/>
            <ac:spMk id="81" creationId="{081EA652-8C6A-4E69-BEB9-170809474553}"/>
          </ac:spMkLst>
        </pc:spChg>
        <pc:spChg chg="add del">
          <ac:chgData name="Pokala Sushma" userId="8f92d326-2e04-4742-8ef3-263f618652de" providerId="ADAL" clId="{860254D0-E9E9-4D19-A949-C8C025EE3C1D}" dt="2026-08-28T04:46:32.106" v="326" actId="26606"/>
          <ac:spMkLst>
            <pc:docMk/>
            <pc:sldMk cId="1148864122" sldId="263"/>
            <ac:spMk id="82" creationId="{5298780A-33B9-4EA2-8F67-DE68AD62841B}"/>
          </ac:spMkLst>
        </pc:spChg>
        <pc:spChg chg="add del">
          <ac:chgData name="Pokala Sushma" userId="8f92d326-2e04-4742-8ef3-263f618652de" providerId="ADAL" clId="{860254D0-E9E9-4D19-A949-C8C025EE3C1D}" dt="2026-08-28T04:46:32.106" v="326" actId="26606"/>
          <ac:spMkLst>
            <pc:docMk/>
            <pc:sldMk cId="1148864122" sldId="263"/>
            <ac:spMk id="83" creationId="{7F488E8B-4E1E-4402-8935-D4E6C02615C7}"/>
          </ac:spMkLst>
        </pc:spChg>
        <pc:spChg chg="add del">
          <ac:chgData name="Pokala Sushma" userId="8f92d326-2e04-4742-8ef3-263f618652de" providerId="ADAL" clId="{860254D0-E9E9-4D19-A949-C8C025EE3C1D}" dt="2026-08-28T04:46:36.002" v="328" actId="26606"/>
          <ac:spMkLst>
            <pc:docMk/>
            <pc:sldMk cId="1148864122" sldId="263"/>
            <ac:spMk id="85" creationId="{A2679492-7988-4050-9056-542444452411}"/>
          </ac:spMkLst>
        </pc:spChg>
        <pc:spChg chg="add del">
          <ac:chgData name="Pokala Sushma" userId="8f92d326-2e04-4742-8ef3-263f618652de" providerId="ADAL" clId="{860254D0-E9E9-4D19-A949-C8C025EE3C1D}" dt="2026-08-28T04:46:36.002" v="328" actId="26606"/>
          <ac:spMkLst>
            <pc:docMk/>
            <pc:sldMk cId="1148864122" sldId="263"/>
            <ac:spMk id="86" creationId="{B091B163-7D61-4891-ABCF-5C13D9C418D0}"/>
          </ac:spMkLst>
        </pc:spChg>
        <pc:spChg chg="add del">
          <ac:chgData name="Pokala Sushma" userId="8f92d326-2e04-4742-8ef3-263f618652de" providerId="ADAL" clId="{860254D0-E9E9-4D19-A949-C8C025EE3C1D}" dt="2026-08-28T04:46:37.471" v="331" actId="26606"/>
          <ac:spMkLst>
            <pc:docMk/>
            <pc:sldMk cId="1148864122" sldId="263"/>
            <ac:spMk id="90" creationId="{A3363022-C969-41E9-8EB2-E4C94908C1FA}"/>
          </ac:spMkLst>
        </pc:spChg>
        <pc:spChg chg="add del">
          <ac:chgData name="Pokala Sushma" userId="8f92d326-2e04-4742-8ef3-263f618652de" providerId="ADAL" clId="{860254D0-E9E9-4D19-A949-C8C025EE3C1D}" dt="2026-08-28T04:46:37.471" v="331" actId="26606"/>
          <ac:spMkLst>
            <pc:docMk/>
            <pc:sldMk cId="1148864122" sldId="263"/>
            <ac:spMk id="91" creationId="{8D1AD6B3-BE88-4CEB-BA17-790657CC4729}"/>
          </ac:spMkLst>
        </pc:spChg>
        <pc:spChg chg="add del">
          <ac:chgData name="Pokala Sushma" userId="8f92d326-2e04-4742-8ef3-263f618652de" providerId="ADAL" clId="{860254D0-E9E9-4D19-A949-C8C025EE3C1D}" dt="2026-08-28T06:21:49.740" v="368" actId="26606"/>
          <ac:spMkLst>
            <pc:docMk/>
            <pc:sldMk cId="1148864122" sldId="263"/>
            <ac:spMk id="97" creationId="{081EA652-8C6A-4E69-BEB9-170809474553}"/>
          </ac:spMkLst>
        </pc:spChg>
        <pc:spChg chg="add del">
          <ac:chgData name="Pokala Sushma" userId="8f92d326-2e04-4742-8ef3-263f618652de" providerId="ADAL" clId="{860254D0-E9E9-4D19-A949-C8C025EE3C1D}" dt="2026-08-28T06:21:49.740" v="368" actId="26606"/>
          <ac:spMkLst>
            <pc:docMk/>
            <pc:sldMk cId="1148864122" sldId="263"/>
            <ac:spMk id="98" creationId="{5298780A-33B9-4EA2-8F67-DE68AD62841B}"/>
          </ac:spMkLst>
        </pc:spChg>
        <pc:spChg chg="add del">
          <ac:chgData name="Pokala Sushma" userId="8f92d326-2e04-4742-8ef3-263f618652de" providerId="ADAL" clId="{860254D0-E9E9-4D19-A949-C8C025EE3C1D}" dt="2026-08-28T06:21:49.740" v="368" actId="26606"/>
          <ac:spMkLst>
            <pc:docMk/>
            <pc:sldMk cId="1148864122" sldId="263"/>
            <ac:spMk id="99" creationId="{7F488E8B-4E1E-4402-8935-D4E6C02615C7}"/>
          </ac:spMkLst>
        </pc:spChg>
        <pc:spChg chg="add del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104" creationId="{907EF6B7-1338-4443-8C46-6A318D952DFD}"/>
          </ac:spMkLst>
        </pc:spChg>
        <pc:spChg chg="add del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106" creationId="{DAAE4CDD-124C-4DCF-9584-B6033B545DD5}"/>
          </ac:spMkLst>
        </pc:spChg>
        <pc:spChg chg="add del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108" creationId="{081E4A58-353D-44AE-B2FC-2A74E2E400F7}"/>
          </ac:spMkLst>
        </pc:spChg>
        <pc:spChg chg="add del">
          <ac:chgData name="Pokala Sushma" userId="8f92d326-2e04-4742-8ef3-263f618652de" providerId="ADAL" clId="{860254D0-E9E9-4D19-A949-C8C025EE3C1D}" dt="2026-08-28T06:23:08.494" v="375" actId="26606"/>
          <ac:spMkLst>
            <pc:docMk/>
            <pc:sldMk cId="1148864122" sldId="263"/>
            <ac:spMk id="113" creationId="{18873D23-2DCF-4B31-A009-95721C06E8E1}"/>
          </ac:spMkLst>
        </pc:spChg>
        <pc:spChg chg="add del">
          <ac:chgData name="Pokala Sushma" userId="8f92d326-2e04-4742-8ef3-263f618652de" providerId="ADAL" clId="{860254D0-E9E9-4D19-A949-C8C025EE3C1D}" dt="2026-08-28T06:23:08.494" v="375" actId="26606"/>
          <ac:spMkLst>
            <pc:docMk/>
            <pc:sldMk cId="1148864122" sldId="263"/>
            <ac:spMk id="115" creationId="{C13EF075-D4EF-4929-ADBC-91B27DA19955}"/>
          </ac:spMkLst>
        </pc:spChg>
        <pc:spChg chg="add del">
          <ac:chgData name="Pokala Sushma" userId="8f92d326-2e04-4742-8ef3-263f618652de" providerId="ADAL" clId="{860254D0-E9E9-4D19-A949-C8C025EE3C1D}" dt="2026-08-28T06:23:11.434" v="377" actId="26606"/>
          <ac:spMkLst>
            <pc:docMk/>
            <pc:sldMk cId="1148864122" sldId="263"/>
            <ac:spMk id="129" creationId="{815925C2-A704-4D47-B1C1-3FCA52512EC1}"/>
          </ac:spMkLst>
        </pc:spChg>
        <pc:spChg chg="add del">
          <ac:chgData name="Pokala Sushma" userId="8f92d326-2e04-4742-8ef3-263f618652de" providerId="ADAL" clId="{860254D0-E9E9-4D19-A949-C8C025EE3C1D}" dt="2026-08-28T06:23:11.434" v="377" actId="26606"/>
          <ac:spMkLst>
            <pc:docMk/>
            <pc:sldMk cId="1148864122" sldId="263"/>
            <ac:spMk id="130" creationId="{01D4315C-C23C-4FD3-98DF-08C29E2292A8}"/>
          </ac:spMkLst>
        </pc:spChg>
        <pc:spChg chg="add del">
          <ac:chgData name="Pokala Sushma" userId="8f92d326-2e04-4742-8ef3-263f618652de" providerId="ADAL" clId="{860254D0-E9E9-4D19-A949-C8C025EE3C1D}" dt="2026-08-28T06:23:13.973" v="379" actId="26606"/>
          <ac:spMkLst>
            <pc:docMk/>
            <pc:sldMk cId="1148864122" sldId="263"/>
            <ac:spMk id="136" creationId="{18873D23-2DCF-4B31-A009-95721C06E8E1}"/>
          </ac:spMkLst>
        </pc:spChg>
        <pc:spChg chg="add del">
          <ac:chgData name="Pokala Sushma" userId="8f92d326-2e04-4742-8ef3-263f618652de" providerId="ADAL" clId="{860254D0-E9E9-4D19-A949-C8C025EE3C1D}" dt="2026-08-28T06:23:13.973" v="379" actId="26606"/>
          <ac:spMkLst>
            <pc:docMk/>
            <pc:sldMk cId="1148864122" sldId="263"/>
            <ac:spMk id="137" creationId="{C13EF075-D4EF-4929-ADBC-91B27DA19955}"/>
          </ac:spMkLst>
        </pc:spChg>
        <pc:spChg chg="add del">
          <ac:chgData name="Pokala Sushma" userId="8f92d326-2e04-4742-8ef3-263f618652de" providerId="ADAL" clId="{860254D0-E9E9-4D19-A949-C8C025EE3C1D}" dt="2026-08-28T06:23:19.771" v="381" actId="26606"/>
          <ac:spMkLst>
            <pc:docMk/>
            <pc:sldMk cId="1148864122" sldId="263"/>
            <ac:spMk id="140" creationId="{907EF6B7-1338-4443-8C46-6A318D952DFD}"/>
          </ac:spMkLst>
        </pc:spChg>
        <pc:spChg chg="add del">
          <ac:chgData name="Pokala Sushma" userId="8f92d326-2e04-4742-8ef3-263f618652de" providerId="ADAL" clId="{860254D0-E9E9-4D19-A949-C8C025EE3C1D}" dt="2026-08-28T06:23:19.771" v="381" actId="26606"/>
          <ac:spMkLst>
            <pc:docMk/>
            <pc:sldMk cId="1148864122" sldId="263"/>
            <ac:spMk id="141" creationId="{DAAE4CDD-124C-4DCF-9584-B6033B545DD5}"/>
          </ac:spMkLst>
        </pc:spChg>
        <pc:spChg chg="add del">
          <ac:chgData name="Pokala Sushma" userId="8f92d326-2e04-4742-8ef3-263f618652de" providerId="ADAL" clId="{860254D0-E9E9-4D19-A949-C8C025EE3C1D}" dt="2026-08-28T06:23:19.771" v="381" actId="26606"/>
          <ac:spMkLst>
            <pc:docMk/>
            <pc:sldMk cId="1148864122" sldId="263"/>
            <ac:spMk id="142" creationId="{081E4A58-353D-44AE-B2FC-2A74E2E400F7}"/>
          </ac:spMkLst>
        </pc:spChg>
        <pc:spChg chg="add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144" creationId="{081EA652-8C6A-4E69-BEB9-170809474553}"/>
          </ac:spMkLst>
        </pc:spChg>
        <pc:spChg chg="add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145" creationId="{5298780A-33B9-4EA2-8F67-DE68AD62841B}"/>
          </ac:spMkLst>
        </pc:spChg>
        <pc:spChg chg="add">
          <ac:chgData name="Pokala Sushma" userId="8f92d326-2e04-4742-8ef3-263f618652de" providerId="ADAL" clId="{860254D0-E9E9-4D19-A949-C8C025EE3C1D}" dt="2026-08-28T06:23:19.778" v="382" actId="26606"/>
          <ac:spMkLst>
            <pc:docMk/>
            <pc:sldMk cId="1148864122" sldId="263"/>
            <ac:spMk id="146" creationId="{7F488E8B-4E1E-4402-8935-D4E6C02615C7}"/>
          </ac:spMkLst>
        </pc:spChg>
        <pc:grpChg chg="add del">
          <ac:chgData name="Pokala Sushma" userId="8f92d326-2e04-4742-8ef3-263f618652de" providerId="ADAL" clId="{860254D0-E9E9-4D19-A949-C8C025EE3C1D}" dt="2026-08-28T04:45:01.612" v="309" actId="26606"/>
          <ac:grpSpMkLst>
            <pc:docMk/>
            <pc:sldMk cId="1148864122" sldId="263"/>
            <ac:grpSpMk id="14" creationId="{89D1390B-7E13-4B4F-9CB2-391063412E54}"/>
          </ac:grpSpMkLst>
        </pc:grpChg>
        <pc:grpChg chg="add del">
          <ac:chgData name="Pokala Sushma" userId="8f92d326-2e04-4742-8ef3-263f618652de" providerId="ADAL" clId="{860254D0-E9E9-4D19-A949-C8C025EE3C1D}" dt="2026-08-28T04:45:35.728" v="315" actId="26606"/>
          <ac:grpSpMkLst>
            <pc:docMk/>
            <pc:sldMk cId="1148864122" sldId="263"/>
            <ac:grpSpMk id="20" creationId="{DAA26DFA-AAB2-4973-9C17-16D587C7B198}"/>
          </ac:grpSpMkLst>
        </pc:grpChg>
        <pc:grpChg chg="add del">
          <ac:chgData name="Pokala Sushma" userId="8f92d326-2e04-4742-8ef3-263f618652de" providerId="ADAL" clId="{860254D0-E9E9-4D19-A949-C8C025EE3C1D}" dt="2026-08-28T04:45:33.790" v="312" actId="26606"/>
          <ac:grpSpMkLst>
            <pc:docMk/>
            <pc:sldMk cId="1148864122" sldId="263"/>
            <ac:grpSpMk id="30" creationId="{5D1A9D8B-3117-4D9D-BDA4-DD81895098B0}"/>
          </ac:grpSpMkLst>
        </pc:grpChg>
        <pc:grpChg chg="add del">
          <ac:chgData name="Pokala Sushma" userId="8f92d326-2e04-4742-8ef3-263f618652de" providerId="ADAL" clId="{860254D0-E9E9-4D19-A949-C8C025EE3C1D}" dt="2026-08-28T04:46:20.446" v="318" actId="26606"/>
          <ac:grpSpMkLst>
            <pc:docMk/>
            <pc:sldMk cId="1148864122" sldId="263"/>
            <ac:grpSpMk id="60" creationId="{89D1390B-7E13-4B4F-9CB2-391063412E54}"/>
          </ac:grpSpMkLst>
        </pc:grpChg>
        <pc:grpChg chg="add del">
          <ac:chgData name="Pokala Sushma" userId="8f92d326-2e04-4742-8ef3-263f618652de" providerId="ADAL" clId="{860254D0-E9E9-4D19-A949-C8C025EE3C1D}" dt="2026-08-28T04:46:21.563" v="320" actId="26606"/>
          <ac:grpSpMkLst>
            <pc:docMk/>
            <pc:sldMk cId="1148864122" sldId="263"/>
            <ac:grpSpMk id="66" creationId="{DAA26DFA-AAB2-4973-9C17-16D587C7B198}"/>
          </ac:grpSpMkLst>
        </pc:grpChg>
        <pc:grpChg chg="add del">
          <ac:chgData name="Pokala Sushma" userId="8f92d326-2e04-4742-8ef3-263f618652de" providerId="ADAL" clId="{860254D0-E9E9-4D19-A949-C8C025EE3C1D}" dt="2026-08-28T04:46:36.002" v="328" actId="26606"/>
          <ac:grpSpMkLst>
            <pc:docMk/>
            <pc:sldMk cId="1148864122" sldId="263"/>
            <ac:grpSpMk id="87" creationId="{0474DF76-993E-44DE-AFB0-C416182ACECF}"/>
          </ac:grpSpMkLst>
        </pc:grpChg>
        <pc:grpChg chg="add del">
          <ac:chgData name="Pokala Sushma" userId="8f92d326-2e04-4742-8ef3-263f618652de" providerId="ADAL" clId="{860254D0-E9E9-4D19-A949-C8C025EE3C1D}" dt="2026-08-28T04:46:37.471" v="331" actId="26606"/>
          <ac:grpSpMkLst>
            <pc:docMk/>
            <pc:sldMk cId="1148864122" sldId="263"/>
            <ac:grpSpMk id="93" creationId="{89D1390B-7E13-4B4F-9CB2-391063412E54}"/>
          </ac:grpSpMkLst>
        </pc:grpChg>
        <pc:grpChg chg="add del">
          <ac:chgData name="Pokala Sushma" userId="8f92d326-2e04-4742-8ef3-263f618652de" providerId="ADAL" clId="{860254D0-E9E9-4D19-A949-C8C025EE3C1D}" dt="2026-08-28T06:23:08.494" v="375" actId="26606"/>
          <ac:grpSpMkLst>
            <pc:docMk/>
            <pc:sldMk cId="1148864122" sldId="263"/>
            <ac:grpSpMk id="117" creationId="{DAA26DFA-AAB2-4973-9C17-16D587C7B198}"/>
          </ac:grpSpMkLst>
        </pc:grpChg>
        <pc:grpChg chg="add del">
          <ac:chgData name="Pokala Sushma" userId="8f92d326-2e04-4742-8ef3-263f618652de" providerId="ADAL" clId="{860254D0-E9E9-4D19-A949-C8C025EE3C1D}" dt="2026-08-28T06:23:11.434" v="377" actId="26606"/>
          <ac:grpSpMkLst>
            <pc:docMk/>
            <pc:sldMk cId="1148864122" sldId="263"/>
            <ac:grpSpMk id="131" creationId="{5E6B47BC-43FD-4C91-8BFF-B41B99A8A39E}"/>
          </ac:grpSpMkLst>
        </pc:grpChg>
        <pc:grpChg chg="add del">
          <ac:chgData name="Pokala Sushma" userId="8f92d326-2e04-4742-8ef3-263f618652de" providerId="ADAL" clId="{860254D0-E9E9-4D19-A949-C8C025EE3C1D}" dt="2026-08-28T06:23:11.434" v="377" actId="26606"/>
          <ac:grpSpMkLst>
            <pc:docMk/>
            <pc:sldMk cId="1148864122" sldId="263"/>
            <ac:grpSpMk id="134" creationId="{43F5E015-E085-4624-B431-B42414448684}"/>
          </ac:grpSpMkLst>
        </pc:grpChg>
        <pc:grpChg chg="add del">
          <ac:chgData name="Pokala Sushma" userId="8f92d326-2e04-4742-8ef3-263f618652de" providerId="ADAL" clId="{860254D0-E9E9-4D19-A949-C8C025EE3C1D}" dt="2026-08-28T06:23:13.973" v="379" actId="26606"/>
          <ac:grpSpMkLst>
            <pc:docMk/>
            <pc:sldMk cId="1148864122" sldId="263"/>
            <ac:grpSpMk id="138" creationId="{DAA26DFA-AAB2-4973-9C17-16D587C7B198}"/>
          </ac:grpSpMkLst>
        </pc:grpChg>
        <pc:picChg chg="add del">
          <ac:chgData name="Pokala Sushma" userId="8f92d326-2e04-4742-8ef3-263f618652de" providerId="ADAL" clId="{860254D0-E9E9-4D19-A949-C8C025EE3C1D}" dt="2026-08-28T04:45:01.612" v="309" actId="26606"/>
          <ac:picMkLst>
            <pc:docMk/>
            <pc:sldMk cId="1148864122" sldId="263"/>
            <ac:picMk id="7" creationId="{532A501D-F7B3-E4C9-B32A-3C1382ED1EBE}"/>
          </ac:picMkLst>
        </pc:picChg>
        <pc:picChg chg="add del">
          <ac:chgData name="Pokala Sushma" userId="8f92d326-2e04-4742-8ef3-263f618652de" providerId="ADAL" clId="{860254D0-E9E9-4D19-A949-C8C025EE3C1D}" dt="2026-08-28T04:46:20.446" v="318" actId="26606"/>
          <ac:picMkLst>
            <pc:docMk/>
            <pc:sldMk cId="1148864122" sldId="263"/>
            <ac:picMk id="53" creationId="{10CEA90F-ABD5-BFA4-68C1-2574DCDDB0B3}"/>
          </ac:picMkLst>
        </pc:picChg>
        <pc:picChg chg="add del">
          <ac:chgData name="Pokala Sushma" userId="8f92d326-2e04-4742-8ef3-263f618652de" providerId="ADAL" clId="{860254D0-E9E9-4D19-A949-C8C025EE3C1D}" dt="2026-08-28T04:46:37.471" v="331" actId="26606"/>
          <ac:picMkLst>
            <pc:docMk/>
            <pc:sldMk cId="1148864122" sldId="263"/>
            <ac:picMk id="92" creationId="{14B787E1-2513-960F-4049-678A32137A28}"/>
          </ac:picMkLst>
        </pc:picChg>
        <pc:cxnChg chg="add del">
          <ac:chgData name="Pokala Sushma" userId="8f92d326-2e04-4742-8ef3-263f618652de" providerId="ADAL" clId="{860254D0-E9E9-4D19-A949-C8C025EE3C1D}" dt="2026-08-28T04:46:36.002" v="328" actId="26606"/>
          <ac:cxnSpMkLst>
            <pc:docMk/>
            <pc:sldMk cId="1148864122" sldId="263"/>
            <ac:cxnSpMk id="63" creationId="{C49DA8F6-BCC1-4447-B54C-57856834B94B}"/>
          </ac:cxnSpMkLst>
        </pc:cxnChg>
        <pc:cxnChg chg="add">
          <ac:chgData name="Pokala Sushma" userId="8f92d326-2e04-4742-8ef3-263f618652de" providerId="ADAL" clId="{860254D0-E9E9-4D19-A949-C8C025EE3C1D}" dt="2026-08-28T06:23:19.778" v="382" actId="26606"/>
          <ac:cxnSpMkLst>
            <pc:docMk/>
            <pc:sldMk cId="1148864122" sldId="263"/>
            <ac:cxnSpMk id="119" creationId="{23AAC9B5-8015-485C-ACF9-A750390E9A56}"/>
          </ac:cxnSpMkLst>
        </pc:cxnChg>
      </pc:sldChg>
      <pc:sldChg chg="add del">
        <pc:chgData name="Pokala Sushma" userId="8f92d326-2e04-4742-8ef3-263f618652de" providerId="ADAL" clId="{860254D0-E9E9-4D19-A949-C8C025EE3C1D}" dt="2026-08-28T06:19:45.257" v="338" actId="47"/>
        <pc:sldMkLst>
          <pc:docMk/>
          <pc:sldMk cId="3098679658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9791E-210D-7F0C-3880-C406A777BA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82EDE9-69D7-3F98-12A3-F9CF99BDA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417CE-4F8C-BF39-245A-980F5EAF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75956-C5CA-8CBA-B484-E158831D5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EC76A-7DFB-E0CA-833E-5141820C8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7505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3C6C5-6EA5-C92C-0AE0-E3FF0D95A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2CD00-E553-6104-A4EC-18AD528C5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8733F-8E7C-A796-C2BA-9D0669D62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72406B-2340-9E99-DBF2-16405A88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304D4-BBBD-ABCF-EB69-52F16BB5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104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F3CB-9F4E-7877-F1B7-39FD85679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E7420-D1BC-F304-72A1-3148C38EC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13179-0F44-1A50-4890-1A695FD55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C9D50D-D68D-445A-8F7D-483F557DA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92DF5-85AD-5E7D-7A23-447309B29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6014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8C74B-95FE-67DA-F16B-513C9A61B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D3B21-F64A-09E4-1F76-125BC4195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4C1406-6A6F-B026-BD0F-603C933BA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7BD54-B9EF-59F7-B2C2-3AF222F34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7F3A2-69D6-97A2-87A5-CEB173387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A262FE-7CF0-E9EA-1C70-9E29CA8FA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685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19A25-7E29-573B-3F0F-A1CF89A83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50CE4-25E5-7068-C2B3-AAC2E0912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59CC5C-9385-529E-0F7A-AACB127EE8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A50870-BF98-F148-756A-A1563313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7D3064-330D-8996-9CF3-AA7E64B30B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7D650D-F2F1-7EEC-C703-5EE35B69B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1ABF21-B128-02B4-BB48-F6025750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667A6B-0BD4-B9DC-400F-9139445F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830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A952F-AA28-5D6F-91B8-804B8ABF1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CCD106-4743-E84A-3D66-DD9865F71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7C4F37-1925-653E-13AE-C724B95AD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CCD367-3B69-B580-D9E5-5BF88443D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1841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4140E6-236D-97E2-2918-3E8CA053A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C23B32-A1DD-5C60-EDEF-3E2F76F79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B3229F-35B8-03C1-4F1F-7E7A390B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3949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DA9F-1553-0BE9-DA1E-2ED690F6E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6EFFD-F81E-DC28-0151-7A4A374E0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C38D2C-AA7A-EF85-00D5-54A5B9742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A7C50-7265-BA02-2756-D9EAECD8D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CF48A5-2B53-DD9E-2D75-AB5C7083B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FE636-A978-9BE2-6A5D-E08CCC0DE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4050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78675-FE1B-CF64-A51B-AE28EA48E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7EBB33-C926-0D00-E1B8-0629200DFB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567FE-49DE-5BB2-DBE0-A03DEB22F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0B2-8251-42CB-2CDA-8CA71B371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C9408-7F5B-A742-C298-4CE205449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D1971-55CE-080A-5354-1FB2066FB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4671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B68C8-274E-001E-8DC1-8C2E5B5BA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BECD18-E2EE-49BE-A7B0-720D5F792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68CE8-4350-0BFC-0C00-CE72F8BB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FDD14-7AB4-6B35-4B00-2BA3569FB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7C892-1944-C3CA-EFB9-656E3E36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856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CA0395-D11D-CBA5-9E78-307A84D5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BAE992-D52B-4309-227B-9CF45A757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E27DD-0D0A-4DCF-FA94-F34D40E45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1C5A7F-08C9-1653-D7A8-2341B4A55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592EF-F8DE-3217-4951-E12DD1B80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53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8744CA-34CE-EA38-A144-BBDAA8C4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5C934-7CC7-19E5-90EF-02FB7EDC5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D46C08-B99B-9A7B-F960-7447EDCE1F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8C54A3-8822-4F1C-958E-9319768C705D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B220E-53ED-9BC6-13BB-FD2DFCF04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14882-BDED-E965-9124-6A1BEAD17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F150CF-E3AA-4394-BDD7-AEFE2CC84E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910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4" name="Rectangle 143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ight Triangle 144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B2DAA8-215D-45A3-EE43-94A7755273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767" y="1188637"/>
            <a:ext cx="2988234" cy="44807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5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REVIEW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28C232E8-43F0-2C4A-F1AC-773DFDFD96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0017" y="2327730"/>
            <a:ext cx="4878087" cy="260833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b="1" dirty="0"/>
              <a:t>Pokala Sushma</a:t>
            </a:r>
          </a:p>
          <a:p>
            <a:pPr algn="l"/>
            <a:r>
              <a:rPr lang="en-US" b="1" dirty="0"/>
              <a:t>VIT, Vellore</a:t>
            </a:r>
          </a:p>
          <a:p>
            <a:pPr algn="l"/>
            <a:r>
              <a:rPr lang="en-US" b="1" dirty="0"/>
              <a:t>MTech AI &amp; ML (in collaboration with LTI Mindtree)</a:t>
            </a:r>
          </a:p>
          <a:p>
            <a:pPr algn="l"/>
            <a:r>
              <a:rPr lang="en-US" b="1" dirty="0"/>
              <a:t>T9936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64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B1BFF6-E1C0-54FF-3D2D-331CBEC60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 sz="3100" b="1">
                <a:solidFill>
                  <a:srgbClr val="FFFFFF"/>
                </a:solidFill>
              </a:rPr>
              <a:t>Project 1: Adaptive Enterprise Knowledge Assistant using Hybrid RAG, Role-Aware Retrieval and Hallucination Detection</a:t>
            </a:r>
            <a:endParaRPr lang="en-IN" sz="3100" b="1">
              <a:solidFill>
                <a:srgbClr val="FFFFFF"/>
              </a:solidFill>
            </a:endParaRPr>
          </a:p>
        </p:txBody>
      </p:sp>
      <p:sp>
        <p:nvSpPr>
          <p:cNvPr id="63" name="Arc 62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34A6A842-99BE-6789-4477-F230AB5C44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600" b="1"/>
              <a:t>Problem Statement:</a:t>
            </a:r>
          </a:p>
          <a:p>
            <a:r>
              <a:rPr lang="en-GB" sz="2600"/>
              <a:t>Employees spend significant time searching through large enterprise documents.</a:t>
            </a:r>
          </a:p>
          <a:p>
            <a:r>
              <a:rPr lang="en-GB" sz="2600"/>
              <a:t>Basic RAG systems may retrieve irrelevant information or generate unsupported answers.</a:t>
            </a:r>
          </a:p>
          <a:p>
            <a:pPr marL="0" indent="0">
              <a:buNone/>
            </a:pPr>
            <a:r>
              <a:rPr lang="en-GB" sz="2600" b="1"/>
              <a:t>Objectives:</a:t>
            </a:r>
          </a:p>
          <a:p>
            <a:r>
              <a:rPr lang="en-GB" sz="2600"/>
              <a:t>Develop an AI assistant to provide accurate answers from enterprise documents.</a:t>
            </a:r>
          </a:p>
          <a:p>
            <a:r>
              <a:rPr lang="en-GB" sz="2600"/>
              <a:t>Improve reliability using Hybrid RAG, role-based retrieval and hallucination detection.</a:t>
            </a:r>
          </a:p>
          <a:p>
            <a:pPr marL="0" indent="0">
              <a:buNone/>
            </a:pPr>
            <a:endParaRPr lang="en-IN" sz="2600"/>
          </a:p>
        </p:txBody>
      </p:sp>
    </p:spTree>
    <p:extLst>
      <p:ext uri="{BB962C8B-B14F-4D97-AF65-F5344CB8AC3E}">
        <p14:creationId xmlns:p14="http://schemas.microsoft.com/office/powerpoint/2010/main" val="745131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D0799-00FE-4692-4D66-995E18F0B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sz="2000" b="1">
                <a:solidFill>
                  <a:schemeClr val="tx1">
                    <a:alpha val="80000"/>
                  </a:schemeClr>
                </a:solidFill>
              </a:rPr>
              <a:t>Technical Stack:</a:t>
            </a:r>
          </a:p>
          <a:p>
            <a:pPr marL="0" indent="0">
              <a:buNone/>
            </a:pPr>
            <a:endParaRPr lang="en-IN" sz="20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510BE6-C3DD-2076-FEB2-2B8F89408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908366"/>
              </p:ext>
            </p:extLst>
          </p:nvPr>
        </p:nvGraphicFramePr>
        <p:xfrm>
          <a:off x="301155" y="299509"/>
          <a:ext cx="5177602" cy="6258989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{3B4B98B0-60AC-42C2-AFA5-B58CD77FA1E5}</a:tableStyleId>
              </a:tblPr>
              <a:tblGrid>
                <a:gridCol w="2240273">
                  <a:extLst>
                    <a:ext uri="{9D8B030D-6E8A-4147-A177-3AD203B41FA5}">
                      <a16:colId xmlns:a16="http://schemas.microsoft.com/office/drawing/2014/main" val="2095070748"/>
                    </a:ext>
                  </a:extLst>
                </a:gridCol>
                <a:gridCol w="2937329">
                  <a:extLst>
                    <a:ext uri="{9D8B030D-6E8A-4147-A177-3AD203B41FA5}">
                      <a16:colId xmlns:a16="http://schemas.microsoft.com/office/drawing/2014/main" val="17695250"/>
                    </a:ext>
                  </a:extLst>
                </a:gridCol>
              </a:tblGrid>
              <a:tr h="568999">
                <a:tc>
                  <a:txBody>
                    <a:bodyPr/>
                    <a:lstStyle/>
                    <a:p>
                      <a:r>
                        <a:rPr lang="en-GB" sz="1800" b="0" cap="none" spc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IN" sz="18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156274" marR="213572" marT="120211" marB="120211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cap="none" spc="0">
                          <a:solidFill>
                            <a:schemeClr val="bg1"/>
                          </a:solidFill>
                        </a:rPr>
                        <a:t>Technology</a:t>
                      </a:r>
                      <a:endParaRPr lang="en-IN" sz="18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156274" marR="213572" marT="120211" marB="120211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6371244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Programming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Python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857177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RAG Framework</a:t>
                      </a: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Lang Chain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47769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Embeddings</a:t>
                      </a:r>
                    </a:p>
                  </a:txBody>
                  <a:tcPr marL="156274" marR="192762" marT="120211" marB="120211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Sentence Transformers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200743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Vector Search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FAISS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2609341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Keyword Search</a:t>
                      </a:r>
                    </a:p>
                  </a:txBody>
                  <a:tcPr marL="156274" marR="192762" marT="120211" marB="120211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BM25</a:t>
                      </a:r>
                    </a:p>
                  </a:txBody>
                  <a:tcPr marL="156274" marR="192762" marT="120211" marB="120211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29509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Backend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Fast API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75720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Frontend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Stream lit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9692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Containerization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Docker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33008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CI/CD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GitHub Actions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598796"/>
                  </a:ext>
                </a:extLst>
              </a:tr>
              <a:tr h="568999"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cap="none" spc="0">
                          <a:solidFill>
                            <a:schemeClr val="tx1"/>
                          </a:solidFill>
                        </a:rPr>
                        <a:t>Py Test</a:t>
                      </a:r>
                      <a:endParaRPr lang="en-IN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6274" marR="192762" marT="120211" marB="120211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321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63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0F7F6-E1E0-58DC-6480-0DC0C1033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600" b="1"/>
              <a:t>Input Dataset:</a:t>
            </a:r>
          </a:p>
          <a:p>
            <a:r>
              <a:rPr lang="en-IN" sz="2600"/>
              <a:t>PDF, DOCX, and TXT documents containing HR, IT, technical and company policies.</a:t>
            </a:r>
          </a:p>
          <a:p>
            <a:r>
              <a:rPr lang="en-IN" sz="2600"/>
              <a:t>Initially use synthetic/sample enterprise documents with metadata such as department and access role.</a:t>
            </a:r>
          </a:p>
          <a:p>
            <a:pPr marL="0" indent="0">
              <a:buNone/>
            </a:pPr>
            <a:r>
              <a:rPr lang="en-IN" sz="2600" b="1"/>
              <a:t>Outcome:</a:t>
            </a:r>
          </a:p>
          <a:p>
            <a:r>
              <a:rPr lang="en-IN" sz="2600"/>
              <a:t>A secure enterprise assistant providing relevant answers with citations and confidence scores.</a:t>
            </a:r>
          </a:p>
          <a:p>
            <a:r>
              <a:rPr lang="en-IN" sz="2600"/>
              <a:t>Reduced retrieval errors and hallucinations through hybrid retrieval and evidence verification.</a:t>
            </a:r>
          </a:p>
          <a:p>
            <a:pPr marL="0" indent="0">
              <a:buNone/>
            </a:pPr>
            <a:endParaRPr lang="en-IN" sz="2600"/>
          </a:p>
        </p:txBody>
      </p:sp>
    </p:spTree>
    <p:extLst>
      <p:ext uri="{BB962C8B-B14F-4D97-AF65-F5344CB8AC3E}">
        <p14:creationId xmlns:p14="http://schemas.microsoft.com/office/powerpoint/2010/main" val="726539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570EC0-E527-BF2A-89BC-6AB1B8F6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 sz="3400" b="1">
                <a:solidFill>
                  <a:srgbClr val="FFFFFF"/>
                </a:solidFill>
              </a:rPr>
              <a:t>Project 2: Agentic AI-Based Data Centre Cooling Optimization and Thermal Anomaly Management System</a:t>
            </a:r>
            <a:endParaRPr lang="en-IN" sz="3400" b="1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69E6B-595E-4C1A-2D5B-31B66E2C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600" b="1"/>
              <a:t>Problem Statement:</a:t>
            </a:r>
          </a:p>
          <a:p>
            <a:r>
              <a:rPr lang="en-GB" sz="2600"/>
              <a:t>Data centres generate high heat due to increasing CPU/GPU workloads, while cooling systems consume significant energy.</a:t>
            </a:r>
          </a:p>
          <a:p>
            <a:r>
              <a:rPr lang="en-GB" sz="2600"/>
              <a:t>Traditional rule-based cooling may not predict thermal problems or select the most energy-efficient cooling action.</a:t>
            </a:r>
          </a:p>
          <a:p>
            <a:pPr marL="0" indent="0">
              <a:buNone/>
            </a:pPr>
            <a:r>
              <a:rPr lang="en-IN" sz="2600" b="1"/>
              <a:t>Objective:</a:t>
            </a:r>
          </a:p>
          <a:p>
            <a:r>
              <a:rPr lang="en-IN" sz="2600"/>
              <a:t>Predict temperature and detect thermal anomalies using ML techniques.</a:t>
            </a:r>
          </a:p>
          <a:p>
            <a:r>
              <a:rPr lang="en-IN" sz="2600"/>
              <a:t>Use a single Agentic AI cooling agent to identify the cause and recommend an energy-efficient cooling action.</a:t>
            </a:r>
          </a:p>
        </p:txBody>
      </p:sp>
    </p:spTree>
    <p:extLst>
      <p:ext uri="{BB962C8B-B14F-4D97-AF65-F5344CB8AC3E}">
        <p14:creationId xmlns:p14="http://schemas.microsoft.com/office/powerpoint/2010/main" val="279666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ED762-6028-226D-BFB7-BD2C630BB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sz="2000" b="1">
                <a:solidFill>
                  <a:schemeClr val="tx1">
                    <a:alpha val="80000"/>
                  </a:schemeClr>
                </a:solidFill>
              </a:rPr>
              <a:t>Technical stack:</a:t>
            </a:r>
          </a:p>
          <a:p>
            <a:pPr marL="0" indent="0">
              <a:buNone/>
            </a:pPr>
            <a:endParaRPr lang="en-IN" sz="20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95CEC0-F24A-64FA-5224-699D04BD6A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347178"/>
              </p:ext>
            </p:extLst>
          </p:nvPr>
        </p:nvGraphicFramePr>
        <p:xfrm>
          <a:off x="279143" y="361748"/>
          <a:ext cx="5221625" cy="6134510"/>
        </p:xfrm>
        <a:graphic>
          <a:graphicData uri="http://schemas.openxmlformats.org/drawingml/2006/table">
            <a:tbl>
              <a:tblPr firstRow="1" bandRow="1">
                <a:noFill/>
                <a:tableStyleId>{5940675A-B579-460E-94D1-54222C63F5DA}</a:tableStyleId>
              </a:tblPr>
              <a:tblGrid>
                <a:gridCol w="2380215">
                  <a:extLst>
                    <a:ext uri="{9D8B030D-6E8A-4147-A177-3AD203B41FA5}">
                      <a16:colId xmlns:a16="http://schemas.microsoft.com/office/drawing/2014/main" val="2614492282"/>
                    </a:ext>
                  </a:extLst>
                </a:gridCol>
                <a:gridCol w="2841410">
                  <a:extLst>
                    <a:ext uri="{9D8B030D-6E8A-4147-A177-3AD203B41FA5}">
                      <a16:colId xmlns:a16="http://schemas.microsoft.com/office/drawing/2014/main" val="1642429659"/>
                    </a:ext>
                  </a:extLst>
                </a:gridCol>
              </a:tblGrid>
              <a:tr h="629685">
                <a:tc>
                  <a:txBody>
                    <a:bodyPr/>
                    <a:lstStyle/>
                    <a:p>
                      <a:r>
                        <a:rPr lang="en-GB" sz="2600" b="0" cap="none" spc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IN" sz="26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29516" marB="147582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600" b="0" cap="none" spc="0">
                          <a:solidFill>
                            <a:schemeClr val="tx1"/>
                          </a:solidFill>
                        </a:rPr>
                        <a:t>Technology</a:t>
                      </a:r>
                      <a:endParaRPr lang="en-IN" sz="26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29516" marB="147582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095122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b="0" cap="none" spc="0">
                          <a:solidFill>
                            <a:schemeClr val="tx1"/>
                          </a:solidFill>
                        </a:rPr>
                        <a:t>Programming</a:t>
                      </a: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Python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347432"/>
                  </a:ext>
                </a:extLst>
              </a:tr>
              <a:tr h="841220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Machine Learning</a:t>
                      </a: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Scikit-learn, XG Boost/LSTM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548641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Anomaly Detection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Isolation Forest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297934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Agentic AI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LLM + Single AI Agent 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827880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Backend</a:t>
                      </a: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Fast API</a:t>
                      </a: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813030"/>
                  </a:ext>
                </a:extLst>
              </a:tr>
              <a:tr h="841220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Database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Postgres SQL / Timescale DB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25057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Dashboard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React / Grafana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579545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Containerization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Docker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71353"/>
                  </a:ext>
                </a:extLst>
              </a:tr>
              <a:tr h="546055"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CI/CD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900" cap="none" spc="0">
                          <a:solidFill>
                            <a:schemeClr val="tx1"/>
                          </a:solidFill>
                        </a:rPr>
                        <a:t>GitHub Actions</a:t>
                      </a:r>
                      <a:endParaRPr lang="en-IN" sz="1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142908" marT="44275" marB="14758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13568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0105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21924-79BE-2CD4-998B-076D3EFCC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b="1"/>
              <a:t>Input Dataset:</a:t>
            </a:r>
          </a:p>
          <a:p>
            <a:r>
              <a:rPr lang="en-GB"/>
              <a:t>Synthetic data-centre telemetry generated using a simulator for multiple racks.</a:t>
            </a:r>
          </a:p>
          <a:p>
            <a:r>
              <a:rPr lang="en-GB"/>
              <a:t>Includes temperature, CPU/GPU utilization, power, fan speed, airflow, humidity and cooling load.</a:t>
            </a:r>
          </a:p>
          <a:p>
            <a:pPr marL="0" indent="0">
              <a:buNone/>
            </a:pPr>
            <a:r>
              <a:rPr lang="en-GB" b="1"/>
              <a:t>Outcome:</a:t>
            </a:r>
          </a:p>
          <a:p>
            <a:r>
              <a:rPr lang="en-GB"/>
              <a:t>A PoC that monitors and detects thermal problems in simulated data-centre racks.</a:t>
            </a:r>
          </a:p>
          <a:p>
            <a:r>
              <a:rPr lang="en-GB"/>
              <a:t>Provides explainable, energy-efficient, colling recommendations through a dashboard with human approval.       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6237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377</Words>
  <Application>Microsoft Office PowerPoint</Application>
  <PresentationFormat>Widescreen</PresentationFormat>
  <Paragraphs>75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PROJECT REVIEW</vt:lpstr>
      <vt:lpstr>Project 1: Adaptive Enterprise Knowledge Assistant using Hybrid RAG, Role-Aware Retrieval and Hallucination Detection</vt:lpstr>
      <vt:lpstr>PowerPoint Presentation</vt:lpstr>
      <vt:lpstr>PowerPoint Presentation</vt:lpstr>
      <vt:lpstr>Project 2: Agentic AI-Based Data Centre Cooling Optimization and Thermal Anomaly Management System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Pokala Sushma</dc:creator>
  <cp:lastModifiedBy>Pokala Sushma</cp:lastModifiedBy>
  <cp:revision>1</cp:revision>
  <dcterms:created xsi:type="dcterms:W3CDTF">2026-08-27T18:37:33Z</dcterms:created>
  <dcterms:modified xsi:type="dcterms:W3CDTF">2026-08-28T06:29:08Z</dcterms:modified>
</cp:coreProperties>
</file>