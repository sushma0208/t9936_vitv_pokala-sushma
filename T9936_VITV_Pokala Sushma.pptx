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0A8213-ECE8-44BD-8515-4A5555287C13}">
          <p14:sldIdLst>
            <p14:sldId id="263"/>
            <p14:sldId id="257"/>
            <p14:sldId id="259"/>
            <p14:sldId id="258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kala Sushma" userId="8f92d326-2e04-4742-8ef3-263f618652de" providerId="ADAL" clId="{860254D0-E9E9-4D19-A949-C8C025EE3C1D}"/>
    <pc:docChg chg="undo custSel addSld delSld modSld modSection">
      <pc:chgData name="Pokala Sushma" userId="8f92d326-2e04-4742-8ef3-263f618652de" providerId="ADAL" clId="{860254D0-E9E9-4D19-A949-C8C025EE3C1D}" dt="2026-08-28T04:49:38.518" v="336" actId="113"/>
      <pc:docMkLst>
        <pc:docMk/>
      </pc:docMkLst>
      <pc:sldChg chg="del">
        <pc:chgData name="Pokala Sushma" userId="8f92d326-2e04-4742-8ef3-263f618652de" providerId="ADAL" clId="{860254D0-E9E9-4D19-A949-C8C025EE3C1D}" dt="2026-08-28T04:16:31.075" v="306" actId="47"/>
        <pc:sldMkLst>
          <pc:docMk/>
          <pc:sldMk cId="1938216129" sldId="256"/>
        </pc:sldMkLst>
      </pc:sldChg>
      <pc:sldChg chg="addSp delSp modSp mod setBg">
        <pc:chgData name="Pokala Sushma" userId="8f92d326-2e04-4742-8ef3-263f618652de" providerId="ADAL" clId="{860254D0-E9E9-4D19-A949-C8C025EE3C1D}" dt="2026-08-28T04:49:10.081" v="335" actId="113"/>
        <pc:sldMkLst>
          <pc:docMk/>
          <pc:sldMk cId="745131472" sldId="257"/>
        </pc:sldMkLst>
        <pc:spChg chg="mod">
          <ac:chgData name="Pokala Sushma" userId="8f92d326-2e04-4742-8ef3-263f618652de" providerId="ADAL" clId="{860254D0-E9E9-4D19-A949-C8C025EE3C1D}" dt="2026-08-28T04:49:10.081" v="335" actId="113"/>
          <ac:spMkLst>
            <pc:docMk/>
            <pc:sldMk cId="745131472" sldId="257"/>
            <ac:spMk id="2" creationId="{C7B1BFF6-E1C0-54FF-3D2D-331CBEC602E8}"/>
          </ac:spMkLst>
        </pc:spChg>
        <pc:spChg chg="mod">
          <ac:chgData name="Pokala Sushma" userId="8f92d326-2e04-4742-8ef3-263f618652de" providerId="ADAL" clId="{860254D0-E9E9-4D19-A949-C8C025EE3C1D}" dt="2026-08-28T04:48:45.801" v="334" actId="26606"/>
          <ac:spMkLst>
            <pc:docMk/>
            <pc:sldMk cId="745131472" sldId="257"/>
            <ac:spMk id="3" creationId="{34A6A842-99BE-6789-4477-F230AB5C4425}"/>
          </ac:spMkLst>
        </pc:spChg>
        <pc:spChg chg="add del">
          <ac:chgData name="Pokala Sushma" userId="8f92d326-2e04-4742-8ef3-263f618652de" providerId="ADAL" clId="{860254D0-E9E9-4D19-A949-C8C025EE3C1D}" dt="2026-08-28T04:48:45.801" v="334" actId="26606"/>
          <ac:spMkLst>
            <pc:docMk/>
            <pc:sldMk cId="745131472" sldId="257"/>
            <ac:spMk id="9" creationId="{C0763A76-9F1C-4FC5-82B7-DD475DA461B2}"/>
          </ac:spMkLst>
        </pc:spChg>
        <pc:spChg chg="add del">
          <ac:chgData name="Pokala Sushma" userId="8f92d326-2e04-4742-8ef3-263f618652de" providerId="ADAL" clId="{860254D0-E9E9-4D19-A949-C8C025EE3C1D}" dt="2026-08-28T04:48:45.801" v="334" actId="26606"/>
          <ac:spMkLst>
            <pc:docMk/>
            <pc:sldMk cId="745131472" sldId="257"/>
            <ac:spMk id="11" creationId="{E81BF4F6-F2CF-4984-9D14-D6966D92F99F}"/>
          </ac:spMkLst>
        </pc:spChg>
        <pc:picChg chg="add del">
          <ac:chgData name="Pokala Sushma" userId="8f92d326-2e04-4742-8ef3-263f618652de" providerId="ADAL" clId="{860254D0-E9E9-4D19-A949-C8C025EE3C1D}" dt="2026-08-28T04:48:45.801" v="334" actId="26606"/>
          <ac:picMkLst>
            <pc:docMk/>
            <pc:sldMk cId="745131472" sldId="257"/>
            <ac:picMk id="5" creationId="{35492EB4-1568-E32B-8C34-E37E5306E8B1}"/>
          </ac:picMkLst>
        </pc:picChg>
      </pc:sldChg>
      <pc:sldChg chg="modSp mod">
        <pc:chgData name="Pokala Sushma" userId="8f92d326-2e04-4742-8ef3-263f618652de" providerId="ADAL" clId="{860254D0-E9E9-4D19-A949-C8C025EE3C1D}" dt="2026-08-28T04:49:38.518" v="336" actId="113"/>
        <pc:sldMkLst>
          <pc:docMk/>
          <pc:sldMk cId="2796664089" sldId="260"/>
        </pc:sldMkLst>
        <pc:spChg chg="mod">
          <ac:chgData name="Pokala Sushma" userId="8f92d326-2e04-4742-8ef3-263f618652de" providerId="ADAL" clId="{860254D0-E9E9-4D19-A949-C8C025EE3C1D}" dt="2026-08-28T04:49:38.518" v="336" actId="113"/>
          <ac:spMkLst>
            <pc:docMk/>
            <pc:sldMk cId="2796664089" sldId="260"/>
            <ac:spMk id="2" creationId="{49570EC0-E527-BF2A-89BC-6AB1B8F67A9A}"/>
          </ac:spMkLst>
        </pc:spChg>
      </pc:sldChg>
      <pc:sldChg chg="addSp delSp modSp new mod setBg">
        <pc:chgData name="Pokala Sushma" userId="8f92d326-2e04-4742-8ef3-263f618652de" providerId="ADAL" clId="{860254D0-E9E9-4D19-A949-C8C025EE3C1D}" dt="2026-08-28T04:46:37.486" v="332" actId="26606"/>
        <pc:sldMkLst>
          <pc:docMk/>
          <pc:sldMk cId="1148864122" sldId="263"/>
        </pc:sldMkLst>
        <pc:spChg chg="mod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2" creationId="{23B2DAA8-215D-45A3-EE43-94A7755273CE}"/>
          </ac:spMkLst>
        </pc:spChg>
        <pc:spChg chg="mod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3" creationId="{28C232E8-43F0-2C4A-F1AC-773DFDFD9674}"/>
          </ac:spMkLst>
        </pc:spChg>
        <pc:spChg chg="add del">
          <ac:chgData name="Pokala Sushma" userId="8f92d326-2e04-4742-8ef3-263f618652de" providerId="ADAL" clId="{860254D0-E9E9-4D19-A949-C8C025EE3C1D}" dt="2026-08-28T04:45:35.728" v="315" actId="26606"/>
          <ac:spMkLst>
            <pc:docMk/>
            <pc:sldMk cId="1148864122" sldId="263"/>
            <ac:spMk id="8" creationId="{18873D23-2DCF-4B31-A009-95721C06E8E1}"/>
          </ac:spMkLst>
        </pc:spChg>
        <pc:spChg chg="add del">
          <ac:chgData name="Pokala Sushma" userId="8f92d326-2e04-4742-8ef3-263f618652de" providerId="ADAL" clId="{860254D0-E9E9-4D19-A949-C8C025EE3C1D}" dt="2026-08-28T04:45:01.612" v="309" actId="26606"/>
          <ac:spMkLst>
            <pc:docMk/>
            <pc:sldMk cId="1148864122" sldId="263"/>
            <ac:spMk id="10" creationId="{A3363022-C969-41E9-8EB2-E4C94908C1FA}"/>
          </ac:spMkLst>
        </pc:spChg>
        <pc:spChg chg="add del">
          <ac:chgData name="Pokala Sushma" userId="8f92d326-2e04-4742-8ef3-263f618652de" providerId="ADAL" clId="{860254D0-E9E9-4D19-A949-C8C025EE3C1D}" dt="2026-08-28T04:45:01.612" v="309" actId="26606"/>
          <ac:spMkLst>
            <pc:docMk/>
            <pc:sldMk cId="1148864122" sldId="263"/>
            <ac:spMk id="12" creationId="{8D1AD6B3-BE88-4CEB-BA17-790657CC4729}"/>
          </ac:spMkLst>
        </pc:spChg>
        <pc:spChg chg="add del">
          <ac:chgData name="Pokala Sushma" userId="8f92d326-2e04-4742-8ef3-263f618652de" providerId="ADAL" clId="{860254D0-E9E9-4D19-A949-C8C025EE3C1D}" dt="2026-08-28T04:45:35.728" v="315" actId="26606"/>
          <ac:spMkLst>
            <pc:docMk/>
            <pc:sldMk cId="1148864122" sldId="263"/>
            <ac:spMk id="19" creationId="{C13EF075-D4EF-4929-ADBC-91B27DA19955}"/>
          </ac:spMkLst>
        </pc:spChg>
        <pc:spChg chg="add del">
          <ac:chgData name="Pokala Sushma" userId="8f92d326-2e04-4742-8ef3-263f618652de" providerId="ADAL" clId="{860254D0-E9E9-4D19-A949-C8C025EE3C1D}" dt="2026-08-28T04:45:33.790" v="312" actId="26606"/>
          <ac:spMkLst>
            <pc:docMk/>
            <pc:sldMk cId="1148864122" sldId="263"/>
            <ac:spMk id="28" creationId="{5C8908E2-EE49-44D2-9428-A28D2312A8D5}"/>
          </ac:spMkLst>
        </pc:spChg>
        <pc:spChg chg="add del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32" creationId="{5B7778FC-632E-4DCA-A7CB-0D7731CCF970}"/>
          </ac:spMkLst>
        </pc:spChg>
        <pc:spChg chg="add del">
          <ac:chgData name="Pokala Sushma" userId="8f92d326-2e04-4742-8ef3-263f618652de" providerId="ADAL" clId="{860254D0-E9E9-4D19-A949-C8C025EE3C1D}" dt="2026-08-28T04:45:33.790" v="312" actId="26606"/>
          <ac:spMkLst>
            <pc:docMk/>
            <pc:sldMk cId="1148864122" sldId="263"/>
            <ac:spMk id="34" creationId="{BD92035A-AA2F-4CD8-A556-1CE8BDEC75BD}"/>
          </ac:spMkLst>
        </pc:spChg>
        <pc:spChg chg="add del">
          <ac:chgData name="Pokala Sushma" userId="8f92d326-2e04-4742-8ef3-263f618652de" providerId="ADAL" clId="{860254D0-E9E9-4D19-A949-C8C025EE3C1D}" dt="2026-08-28T04:45:33.790" v="312" actId="26606"/>
          <ac:spMkLst>
            <pc:docMk/>
            <pc:sldMk cId="1148864122" sldId="263"/>
            <ac:spMk id="36" creationId="{ED888B23-07FA-482A-96DF-47E31AF1A603}"/>
          </ac:spMkLst>
        </pc:spChg>
        <pc:spChg chg="add del">
          <ac:chgData name="Pokala Sushma" userId="8f92d326-2e04-4742-8ef3-263f618652de" providerId="ADAL" clId="{860254D0-E9E9-4D19-A949-C8C025EE3C1D}" dt="2026-08-28T04:45:35.714" v="314" actId="26606"/>
          <ac:spMkLst>
            <pc:docMk/>
            <pc:sldMk cId="1148864122" sldId="263"/>
            <ac:spMk id="38" creationId="{7B786209-1B0B-4CA9-9BDD-F7327066A84D}"/>
          </ac:spMkLst>
        </pc:spChg>
        <pc:spChg chg="add del">
          <ac:chgData name="Pokala Sushma" userId="8f92d326-2e04-4742-8ef3-263f618652de" providerId="ADAL" clId="{860254D0-E9E9-4D19-A949-C8C025EE3C1D}" dt="2026-08-28T04:45:35.714" v="314" actId="26606"/>
          <ac:spMkLst>
            <pc:docMk/>
            <pc:sldMk cId="1148864122" sldId="263"/>
            <ac:spMk id="39" creationId="{E92FEB64-6EEA-4759-B4A4-BD2C1E660BA8}"/>
          </ac:spMkLst>
        </pc:spChg>
        <pc:spChg chg="add del">
          <ac:chgData name="Pokala Sushma" userId="8f92d326-2e04-4742-8ef3-263f618652de" providerId="ADAL" clId="{860254D0-E9E9-4D19-A949-C8C025EE3C1D}" dt="2026-08-28T04:45:35.714" v="314" actId="26606"/>
          <ac:spMkLst>
            <pc:docMk/>
            <pc:sldMk cId="1148864122" sldId="263"/>
            <ac:spMk id="40" creationId="{2D2964BB-484D-45AE-AD66-D407D0629652}"/>
          </ac:spMkLst>
        </pc:spChg>
        <pc:spChg chg="add del">
          <ac:chgData name="Pokala Sushma" userId="8f92d326-2e04-4742-8ef3-263f618652de" providerId="ADAL" clId="{860254D0-E9E9-4D19-A949-C8C025EE3C1D}" dt="2026-08-28T04:45:35.714" v="314" actId="26606"/>
          <ac:spMkLst>
            <pc:docMk/>
            <pc:sldMk cId="1148864122" sldId="263"/>
            <ac:spMk id="41" creationId="{B10BB131-AC8E-4A8E-A5D1-36260F720C3B}"/>
          </ac:spMkLst>
        </pc:spChg>
        <pc:spChg chg="add del">
          <ac:chgData name="Pokala Sushma" userId="8f92d326-2e04-4742-8ef3-263f618652de" providerId="ADAL" clId="{860254D0-E9E9-4D19-A949-C8C025EE3C1D}" dt="2026-08-28T04:45:35.714" v="314" actId="26606"/>
          <ac:spMkLst>
            <pc:docMk/>
            <pc:sldMk cId="1148864122" sldId="263"/>
            <ac:spMk id="42" creationId="{6691AC69-A76E-4DAB-B565-468B6B87ACF3}"/>
          </ac:spMkLst>
        </pc:spChg>
        <pc:spChg chg="add del">
          <ac:chgData name="Pokala Sushma" userId="8f92d326-2e04-4742-8ef3-263f618652de" providerId="ADAL" clId="{860254D0-E9E9-4D19-A949-C8C025EE3C1D}" dt="2026-08-28T04:45:35.714" v="314" actId="26606"/>
          <ac:spMkLst>
            <pc:docMk/>
            <pc:sldMk cId="1148864122" sldId="263"/>
            <ac:spMk id="45" creationId="{9F835A99-04AC-494A-A572-AFE8413CC938}"/>
          </ac:spMkLst>
        </pc:spChg>
        <pc:spChg chg="add del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47" creationId="{C2554CA6-288E-4202-BC52-2E5A8F0C0AED}"/>
          </ac:spMkLst>
        </pc:spChg>
        <pc:spChg chg="add del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48" creationId="{B10BB131-AC8E-4A8E-A5D1-36260F720C3B}"/>
          </ac:spMkLst>
        </pc:spChg>
        <pc:spChg chg="add del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49" creationId="{FA23A907-97FB-4A8F-880A-DD77401C4296}"/>
          </ac:spMkLst>
        </pc:spChg>
        <pc:spChg chg="add del">
          <ac:chgData name="Pokala Sushma" userId="8f92d326-2e04-4742-8ef3-263f618652de" providerId="ADAL" clId="{860254D0-E9E9-4D19-A949-C8C025EE3C1D}" dt="2026-08-28T04:46:21.563" v="320" actId="26606"/>
          <ac:spMkLst>
            <pc:docMk/>
            <pc:sldMk cId="1148864122" sldId="263"/>
            <ac:spMk id="54" creationId="{18873D23-2DCF-4B31-A009-95721C06E8E1}"/>
          </ac:spMkLst>
        </pc:spChg>
        <pc:spChg chg="add del">
          <ac:chgData name="Pokala Sushma" userId="8f92d326-2e04-4742-8ef3-263f618652de" providerId="ADAL" clId="{860254D0-E9E9-4D19-A949-C8C025EE3C1D}" dt="2026-08-28T04:46:20.446" v="318" actId="26606"/>
          <ac:spMkLst>
            <pc:docMk/>
            <pc:sldMk cId="1148864122" sldId="263"/>
            <ac:spMk id="56" creationId="{A3363022-C969-41E9-8EB2-E4C94908C1FA}"/>
          </ac:spMkLst>
        </pc:spChg>
        <pc:spChg chg="add del">
          <ac:chgData name="Pokala Sushma" userId="8f92d326-2e04-4742-8ef3-263f618652de" providerId="ADAL" clId="{860254D0-E9E9-4D19-A949-C8C025EE3C1D}" dt="2026-08-28T04:46:20.446" v="318" actId="26606"/>
          <ac:spMkLst>
            <pc:docMk/>
            <pc:sldMk cId="1148864122" sldId="263"/>
            <ac:spMk id="58" creationId="{8D1AD6B3-BE88-4CEB-BA17-790657CC4729}"/>
          </ac:spMkLst>
        </pc:spChg>
        <pc:spChg chg="add del">
          <ac:chgData name="Pokala Sushma" userId="8f92d326-2e04-4742-8ef3-263f618652de" providerId="ADAL" clId="{860254D0-E9E9-4D19-A949-C8C025EE3C1D}" dt="2026-08-28T04:46:21.563" v="320" actId="26606"/>
          <ac:spMkLst>
            <pc:docMk/>
            <pc:sldMk cId="1148864122" sldId="263"/>
            <ac:spMk id="65" creationId="{C13EF075-D4EF-4929-ADBC-91B27DA19955}"/>
          </ac:spMkLst>
        </pc:spChg>
        <pc:spChg chg="add del">
          <ac:chgData name="Pokala Sushma" userId="8f92d326-2e04-4742-8ef3-263f618652de" providerId="ADAL" clId="{860254D0-E9E9-4D19-A949-C8C025EE3C1D}" dt="2026-08-28T04:46:22.997" v="322" actId="26606"/>
          <ac:spMkLst>
            <pc:docMk/>
            <pc:sldMk cId="1148864122" sldId="263"/>
            <ac:spMk id="71" creationId="{DEE2AD96-B495-4E06-9291-B71706F728CB}"/>
          </ac:spMkLst>
        </pc:spChg>
        <pc:spChg chg="add del">
          <ac:chgData name="Pokala Sushma" userId="8f92d326-2e04-4742-8ef3-263f618652de" providerId="ADAL" clId="{860254D0-E9E9-4D19-A949-C8C025EE3C1D}" dt="2026-08-28T04:46:22.997" v="322" actId="26606"/>
          <ac:spMkLst>
            <pc:docMk/>
            <pc:sldMk cId="1148864122" sldId="263"/>
            <ac:spMk id="73" creationId="{86909FA0-B515-4681-B7A8-FA281D133B94}"/>
          </ac:spMkLst>
        </pc:spChg>
        <pc:spChg chg="add del">
          <ac:chgData name="Pokala Sushma" userId="8f92d326-2e04-4742-8ef3-263f618652de" providerId="ADAL" clId="{860254D0-E9E9-4D19-A949-C8C025EE3C1D}" dt="2026-08-28T04:46:22.997" v="322" actId="26606"/>
          <ac:spMkLst>
            <pc:docMk/>
            <pc:sldMk cId="1148864122" sldId="263"/>
            <ac:spMk id="74" creationId="{21C9FE86-FCC3-4A31-AA1C-C882262B7FE7}"/>
          </ac:spMkLst>
        </pc:spChg>
        <pc:spChg chg="add del">
          <ac:chgData name="Pokala Sushma" userId="8f92d326-2e04-4742-8ef3-263f618652de" providerId="ADAL" clId="{860254D0-E9E9-4D19-A949-C8C025EE3C1D}" dt="2026-08-28T04:46:22.997" v="322" actId="26606"/>
          <ac:spMkLst>
            <pc:docMk/>
            <pc:sldMk cId="1148864122" sldId="263"/>
            <ac:spMk id="75" creationId="{7D96243B-ECED-4B71-8E06-AE9A285EAD20}"/>
          </ac:spMkLst>
        </pc:spChg>
        <pc:spChg chg="add del">
          <ac:chgData name="Pokala Sushma" userId="8f92d326-2e04-4742-8ef3-263f618652de" providerId="ADAL" clId="{860254D0-E9E9-4D19-A949-C8C025EE3C1D}" dt="2026-08-28T04:46:28.941" v="324" actId="26606"/>
          <ac:spMkLst>
            <pc:docMk/>
            <pc:sldMk cId="1148864122" sldId="263"/>
            <ac:spMk id="77" creationId="{907EF6B7-1338-4443-8C46-6A318D952DFD}"/>
          </ac:spMkLst>
        </pc:spChg>
        <pc:spChg chg="add del">
          <ac:chgData name="Pokala Sushma" userId="8f92d326-2e04-4742-8ef3-263f618652de" providerId="ADAL" clId="{860254D0-E9E9-4D19-A949-C8C025EE3C1D}" dt="2026-08-28T04:46:28.941" v="324" actId="26606"/>
          <ac:spMkLst>
            <pc:docMk/>
            <pc:sldMk cId="1148864122" sldId="263"/>
            <ac:spMk id="78" creationId="{DAAE4CDD-124C-4DCF-9584-B6033B545DD5}"/>
          </ac:spMkLst>
        </pc:spChg>
        <pc:spChg chg="add del">
          <ac:chgData name="Pokala Sushma" userId="8f92d326-2e04-4742-8ef3-263f618652de" providerId="ADAL" clId="{860254D0-E9E9-4D19-A949-C8C025EE3C1D}" dt="2026-08-28T04:46:28.941" v="324" actId="26606"/>
          <ac:spMkLst>
            <pc:docMk/>
            <pc:sldMk cId="1148864122" sldId="263"/>
            <ac:spMk id="79" creationId="{081E4A58-353D-44AE-B2FC-2A74E2E400F7}"/>
          </ac:spMkLst>
        </pc:spChg>
        <pc:spChg chg="add del">
          <ac:chgData name="Pokala Sushma" userId="8f92d326-2e04-4742-8ef3-263f618652de" providerId="ADAL" clId="{860254D0-E9E9-4D19-A949-C8C025EE3C1D}" dt="2026-08-28T04:46:32.106" v="326" actId="26606"/>
          <ac:spMkLst>
            <pc:docMk/>
            <pc:sldMk cId="1148864122" sldId="263"/>
            <ac:spMk id="81" creationId="{081EA652-8C6A-4E69-BEB9-170809474553}"/>
          </ac:spMkLst>
        </pc:spChg>
        <pc:spChg chg="add del">
          <ac:chgData name="Pokala Sushma" userId="8f92d326-2e04-4742-8ef3-263f618652de" providerId="ADAL" clId="{860254D0-E9E9-4D19-A949-C8C025EE3C1D}" dt="2026-08-28T04:46:32.106" v="326" actId="26606"/>
          <ac:spMkLst>
            <pc:docMk/>
            <pc:sldMk cId="1148864122" sldId="263"/>
            <ac:spMk id="82" creationId="{5298780A-33B9-4EA2-8F67-DE68AD62841B}"/>
          </ac:spMkLst>
        </pc:spChg>
        <pc:spChg chg="add del">
          <ac:chgData name="Pokala Sushma" userId="8f92d326-2e04-4742-8ef3-263f618652de" providerId="ADAL" clId="{860254D0-E9E9-4D19-A949-C8C025EE3C1D}" dt="2026-08-28T04:46:32.106" v="326" actId="26606"/>
          <ac:spMkLst>
            <pc:docMk/>
            <pc:sldMk cId="1148864122" sldId="263"/>
            <ac:spMk id="83" creationId="{7F488E8B-4E1E-4402-8935-D4E6C02615C7}"/>
          </ac:spMkLst>
        </pc:spChg>
        <pc:spChg chg="add del">
          <ac:chgData name="Pokala Sushma" userId="8f92d326-2e04-4742-8ef3-263f618652de" providerId="ADAL" clId="{860254D0-E9E9-4D19-A949-C8C025EE3C1D}" dt="2026-08-28T04:46:36.002" v="328" actId="26606"/>
          <ac:spMkLst>
            <pc:docMk/>
            <pc:sldMk cId="1148864122" sldId="263"/>
            <ac:spMk id="85" creationId="{A2679492-7988-4050-9056-542444452411}"/>
          </ac:spMkLst>
        </pc:spChg>
        <pc:spChg chg="add del">
          <ac:chgData name="Pokala Sushma" userId="8f92d326-2e04-4742-8ef3-263f618652de" providerId="ADAL" clId="{860254D0-E9E9-4D19-A949-C8C025EE3C1D}" dt="2026-08-28T04:46:36.002" v="328" actId="26606"/>
          <ac:spMkLst>
            <pc:docMk/>
            <pc:sldMk cId="1148864122" sldId="263"/>
            <ac:spMk id="86" creationId="{B091B163-7D61-4891-ABCF-5C13D9C418D0}"/>
          </ac:spMkLst>
        </pc:spChg>
        <pc:spChg chg="add del">
          <ac:chgData name="Pokala Sushma" userId="8f92d326-2e04-4742-8ef3-263f618652de" providerId="ADAL" clId="{860254D0-E9E9-4D19-A949-C8C025EE3C1D}" dt="2026-08-28T04:46:37.471" v="331" actId="26606"/>
          <ac:spMkLst>
            <pc:docMk/>
            <pc:sldMk cId="1148864122" sldId="263"/>
            <ac:spMk id="90" creationId="{A3363022-C969-41E9-8EB2-E4C94908C1FA}"/>
          </ac:spMkLst>
        </pc:spChg>
        <pc:spChg chg="add del">
          <ac:chgData name="Pokala Sushma" userId="8f92d326-2e04-4742-8ef3-263f618652de" providerId="ADAL" clId="{860254D0-E9E9-4D19-A949-C8C025EE3C1D}" dt="2026-08-28T04:46:37.471" v="331" actId="26606"/>
          <ac:spMkLst>
            <pc:docMk/>
            <pc:sldMk cId="1148864122" sldId="263"/>
            <ac:spMk id="91" creationId="{8D1AD6B3-BE88-4CEB-BA17-790657CC4729}"/>
          </ac:spMkLst>
        </pc:spChg>
        <pc:spChg chg="add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97" creationId="{081EA652-8C6A-4E69-BEB9-170809474553}"/>
          </ac:spMkLst>
        </pc:spChg>
        <pc:spChg chg="add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98" creationId="{5298780A-33B9-4EA2-8F67-DE68AD62841B}"/>
          </ac:spMkLst>
        </pc:spChg>
        <pc:spChg chg="add">
          <ac:chgData name="Pokala Sushma" userId="8f92d326-2e04-4742-8ef3-263f618652de" providerId="ADAL" clId="{860254D0-E9E9-4D19-A949-C8C025EE3C1D}" dt="2026-08-28T04:46:37.486" v="332" actId="26606"/>
          <ac:spMkLst>
            <pc:docMk/>
            <pc:sldMk cId="1148864122" sldId="263"/>
            <ac:spMk id="99" creationId="{7F488E8B-4E1E-4402-8935-D4E6C02615C7}"/>
          </ac:spMkLst>
        </pc:spChg>
        <pc:grpChg chg="add del">
          <ac:chgData name="Pokala Sushma" userId="8f92d326-2e04-4742-8ef3-263f618652de" providerId="ADAL" clId="{860254D0-E9E9-4D19-A949-C8C025EE3C1D}" dt="2026-08-28T04:45:01.612" v="309" actId="26606"/>
          <ac:grpSpMkLst>
            <pc:docMk/>
            <pc:sldMk cId="1148864122" sldId="263"/>
            <ac:grpSpMk id="14" creationId="{89D1390B-7E13-4B4F-9CB2-391063412E54}"/>
          </ac:grpSpMkLst>
        </pc:grpChg>
        <pc:grpChg chg="add del">
          <ac:chgData name="Pokala Sushma" userId="8f92d326-2e04-4742-8ef3-263f618652de" providerId="ADAL" clId="{860254D0-E9E9-4D19-A949-C8C025EE3C1D}" dt="2026-08-28T04:45:35.728" v="315" actId="26606"/>
          <ac:grpSpMkLst>
            <pc:docMk/>
            <pc:sldMk cId="1148864122" sldId="263"/>
            <ac:grpSpMk id="20" creationId="{DAA26DFA-AAB2-4973-9C17-16D587C7B198}"/>
          </ac:grpSpMkLst>
        </pc:grpChg>
        <pc:grpChg chg="add del">
          <ac:chgData name="Pokala Sushma" userId="8f92d326-2e04-4742-8ef3-263f618652de" providerId="ADAL" clId="{860254D0-E9E9-4D19-A949-C8C025EE3C1D}" dt="2026-08-28T04:45:33.790" v="312" actId="26606"/>
          <ac:grpSpMkLst>
            <pc:docMk/>
            <pc:sldMk cId="1148864122" sldId="263"/>
            <ac:grpSpMk id="30" creationId="{5D1A9D8B-3117-4D9D-BDA4-DD81895098B0}"/>
          </ac:grpSpMkLst>
        </pc:grpChg>
        <pc:grpChg chg="add del">
          <ac:chgData name="Pokala Sushma" userId="8f92d326-2e04-4742-8ef3-263f618652de" providerId="ADAL" clId="{860254D0-E9E9-4D19-A949-C8C025EE3C1D}" dt="2026-08-28T04:46:20.446" v="318" actId="26606"/>
          <ac:grpSpMkLst>
            <pc:docMk/>
            <pc:sldMk cId="1148864122" sldId="263"/>
            <ac:grpSpMk id="60" creationId="{89D1390B-7E13-4B4F-9CB2-391063412E54}"/>
          </ac:grpSpMkLst>
        </pc:grpChg>
        <pc:grpChg chg="add del">
          <ac:chgData name="Pokala Sushma" userId="8f92d326-2e04-4742-8ef3-263f618652de" providerId="ADAL" clId="{860254D0-E9E9-4D19-A949-C8C025EE3C1D}" dt="2026-08-28T04:46:21.563" v="320" actId="26606"/>
          <ac:grpSpMkLst>
            <pc:docMk/>
            <pc:sldMk cId="1148864122" sldId="263"/>
            <ac:grpSpMk id="66" creationId="{DAA26DFA-AAB2-4973-9C17-16D587C7B198}"/>
          </ac:grpSpMkLst>
        </pc:grpChg>
        <pc:grpChg chg="add del">
          <ac:chgData name="Pokala Sushma" userId="8f92d326-2e04-4742-8ef3-263f618652de" providerId="ADAL" clId="{860254D0-E9E9-4D19-A949-C8C025EE3C1D}" dt="2026-08-28T04:46:36.002" v="328" actId="26606"/>
          <ac:grpSpMkLst>
            <pc:docMk/>
            <pc:sldMk cId="1148864122" sldId="263"/>
            <ac:grpSpMk id="87" creationId="{0474DF76-993E-44DE-AFB0-C416182ACECF}"/>
          </ac:grpSpMkLst>
        </pc:grpChg>
        <pc:grpChg chg="add del">
          <ac:chgData name="Pokala Sushma" userId="8f92d326-2e04-4742-8ef3-263f618652de" providerId="ADAL" clId="{860254D0-E9E9-4D19-A949-C8C025EE3C1D}" dt="2026-08-28T04:46:37.471" v="331" actId="26606"/>
          <ac:grpSpMkLst>
            <pc:docMk/>
            <pc:sldMk cId="1148864122" sldId="263"/>
            <ac:grpSpMk id="93" creationId="{89D1390B-7E13-4B4F-9CB2-391063412E54}"/>
          </ac:grpSpMkLst>
        </pc:grpChg>
        <pc:picChg chg="add del">
          <ac:chgData name="Pokala Sushma" userId="8f92d326-2e04-4742-8ef3-263f618652de" providerId="ADAL" clId="{860254D0-E9E9-4D19-A949-C8C025EE3C1D}" dt="2026-08-28T04:45:01.612" v="309" actId="26606"/>
          <ac:picMkLst>
            <pc:docMk/>
            <pc:sldMk cId="1148864122" sldId="263"/>
            <ac:picMk id="7" creationId="{532A501D-F7B3-E4C9-B32A-3C1382ED1EBE}"/>
          </ac:picMkLst>
        </pc:picChg>
        <pc:picChg chg="add del">
          <ac:chgData name="Pokala Sushma" userId="8f92d326-2e04-4742-8ef3-263f618652de" providerId="ADAL" clId="{860254D0-E9E9-4D19-A949-C8C025EE3C1D}" dt="2026-08-28T04:46:20.446" v="318" actId="26606"/>
          <ac:picMkLst>
            <pc:docMk/>
            <pc:sldMk cId="1148864122" sldId="263"/>
            <ac:picMk id="53" creationId="{10CEA90F-ABD5-BFA4-68C1-2574DCDDB0B3}"/>
          </ac:picMkLst>
        </pc:picChg>
        <pc:picChg chg="add del">
          <ac:chgData name="Pokala Sushma" userId="8f92d326-2e04-4742-8ef3-263f618652de" providerId="ADAL" clId="{860254D0-E9E9-4D19-A949-C8C025EE3C1D}" dt="2026-08-28T04:46:37.471" v="331" actId="26606"/>
          <ac:picMkLst>
            <pc:docMk/>
            <pc:sldMk cId="1148864122" sldId="263"/>
            <ac:picMk id="92" creationId="{14B787E1-2513-960F-4049-678A32137A28}"/>
          </ac:picMkLst>
        </pc:picChg>
        <pc:cxnChg chg="add del">
          <ac:chgData name="Pokala Sushma" userId="8f92d326-2e04-4742-8ef3-263f618652de" providerId="ADAL" clId="{860254D0-E9E9-4D19-A949-C8C025EE3C1D}" dt="2026-08-28T04:46:36.002" v="328" actId="26606"/>
          <ac:cxnSpMkLst>
            <pc:docMk/>
            <pc:sldMk cId="1148864122" sldId="263"/>
            <ac:cxnSpMk id="63" creationId="{C49DA8F6-BCC1-4447-B54C-57856834B94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9791E-210D-7F0C-3880-C406A777B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2EDE9-69D7-3F98-12A3-F9CF99BDA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417CE-4F8C-BF39-245A-980F5EAF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5956-C5CA-8CBA-B484-E158831D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EC76A-7DFB-E0CA-833E-5141820C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0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3C6C5-6EA5-C92C-0AE0-E3FF0D95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2CD00-E553-6104-A4EC-18AD528C5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733F-8E7C-A796-C2BA-9D0669D6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2406B-2340-9E99-DBF2-16405A88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304D4-BBBD-ABCF-EB69-52F16BB5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10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F3CB-9F4E-7877-F1B7-39FD8567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E7420-D1BC-F304-72A1-3148C38E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3179-0F44-1A50-4890-1A695FD5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9D50D-D68D-445A-8F7D-483F557D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92DF5-85AD-5E7D-7A23-447309B2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01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C74B-95FE-67DA-F16B-513C9A61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3B21-F64A-09E4-1F76-125BC4195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C1406-6A6F-B026-BD0F-603C933BA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7BD54-B9EF-59F7-B2C2-3AF222F3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7F3A2-69D6-97A2-87A5-CEB17338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262FE-7CF0-E9EA-1C70-9E29CA8FA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685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9A25-7E29-573B-3F0F-A1CF89A83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50CE4-25E5-7068-C2B3-AAC2E0912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9CC5C-9385-529E-0F7A-AACB127EE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50870-BF98-F148-756A-A15633133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D3064-330D-8996-9CF3-AA7E64B30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D650D-F2F1-7EEC-C703-5EE35B69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ABF21-B128-02B4-BB48-F6025750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67A6B-0BD4-B9DC-400F-9139445F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83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952F-AA28-5D6F-91B8-804B8ABF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CD106-4743-E84A-3D66-DD9865F7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C4F37-1925-653E-13AE-C724B95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CD367-3B69-B580-D9E5-5BF88443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84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140E6-236D-97E2-2918-3E8CA053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23B32-A1DD-5C60-EDEF-3E2F76F7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3229F-35B8-03C1-4F1F-7E7A390B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94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DA9F-1553-0BE9-DA1E-2ED690F6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6EFFD-F81E-DC28-0151-7A4A374E0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38D2C-AA7A-EF85-00D5-54A5B9742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A7C50-7265-BA02-2756-D9EAECD8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F48A5-2B53-DD9E-2D75-AB5C7083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FE636-A978-9BE2-6A5D-E08CCC0D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05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8675-FE1B-CF64-A51B-AE28EA48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EBB33-C926-0D00-E1B8-0629200DF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567FE-49DE-5BB2-DBE0-A03DEB22F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580B2-8251-42CB-2CDA-8CA71B37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C9408-7F5B-A742-C298-4CE20544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D1971-55CE-080A-5354-1FB2066F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67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68C8-274E-001E-8DC1-8C2E5B5B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ECD18-E2EE-49BE-A7B0-720D5F792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68CE8-4350-0BFC-0C00-CE72F8BB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FDD14-7AB4-6B35-4B00-2BA3569F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7C892-1944-C3CA-EFB9-656E3E36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5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A0395-D11D-CBA5-9E78-307A84D5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AE992-D52B-4309-227B-9CF45A757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7DD-0D0A-4DCF-FA94-F34D40E4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C5A7F-08C9-1653-D7A8-2341B4A5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592EF-F8DE-3217-4951-E12DD1B8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3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744CA-34CE-EA38-A144-BBDAA8C4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5C934-7CC7-19E5-90EF-02FB7EDC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46C08-B99B-9A7B-F960-7447EDCE1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C54A3-8822-4F1C-958E-9319768C705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B220E-53ED-9BC6-13BB-FD2DFCF04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14882-BDED-E965-9124-6A1BEAD17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150CF-E3AA-4394-BDD7-AEFE2CC8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1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ight Triangle 9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2DAA8-215D-45A3-EE43-94A775527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232E8-43F0-2C4A-F1AC-773DFDFD9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Name : Pokala Sushma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Roll No : 25MML0050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University : Vellore Institute of Technology, Vellore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Programme : MTech AI &amp; ML (in collaboration with LTI Mindtree)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T Series ID : T9936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6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BFF6-E1C0-54FF-3D2D-331CBEC6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Project 1: Adaptive Enterprise Knowledge Assistant using Hybrid RAG, Role-Aware Retrieval and Hallucination Detection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6A842-99BE-6789-4477-F230AB5C4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Problem Statement:</a:t>
            </a:r>
          </a:p>
          <a:p>
            <a:r>
              <a:rPr lang="en-GB" sz="2400" dirty="0"/>
              <a:t>Employees spend significant time searching through large enterprise documents.</a:t>
            </a:r>
          </a:p>
          <a:p>
            <a:r>
              <a:rPr lang="en-GB" sz="2400" dirty="0"/>
              <a:t>Basic RAG systems may retrieve irrelevant information or generate unsupported answers.</a:t>
            </a:r>
          </a:p>
          <a:p>
            <a:pPr marL="0" indent="0">
              <a:buNone/>
            </a:pPr>
            <a:r>
              <a:rPr lang="en-GB" sz="2400" b="1" dirty="0"/>
              <a:t>Objectives:</a:t>
            </a:r>
          </a:p>
          <a:p>
            <a:r>
              <a:rPr lang="en-GB" sz="2400" dirty="0"/>
              <a:t>Develop an AI assistant to provide accurate answers from enterprise documents.</a:t>
            </a:r>
          </a:p>
          <a:p>
            <a:r>
              <a:rPr lang="en-GB" sz="2400" dirty="0"/>
              <a:t>Improve reliability using Hybrid RAG, role-based retrieval and hallucination detection.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5131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D0799-00FE-4692-4D66-995E18F0B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9567"/>
            <a:ext cx="10515600" cy="5517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Technical Stack:</a:t>
            </a:r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510BE6-C3DD-2076-FEB2-2B8F89408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109620"/>
              </p:ext>
            </p:extLst>
          </p:nvPr>
        </p:nvGraphicFramePr>
        <p:xfrm>
          <a:off x="838199" y="1169234"/>
          <a:ext cx="8785486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2743">
                  <a:extLst>
                    <a:ext uri="{9D8B030D-6E8A-4147-A177-3AD203B41FA5}">
                      <a16:colId xmlns:a16="http://schemas.microsoft.com/office/drawing/2014/main" val="2095070748"/>
                    </a:ext>
                  </a:extLst>
                </a:gridCol>
                <a:gridCol w="4392743">
                  <a:extLst>
                    <a:ext uri="{9D8B030D-6E8A-4147-A177-3AD203B41FA5}">
                      <a16:colId xmlns:a16="http://schemas.microsoft.com/office/drawing/2014/main" val="17695250"/>
                    </a:ext>
                  </a:extLst>
                </a:gridCol>
              </a:tblGrid>
              <a:tr h="455248">
                <a:tc>
                  <a:txBody>
                    <a:bodyPr/>
                    <a:lstStyle/>
                    <a:p>
                      <a:r>
                        <a:rPr lang="en-GB" sz="2400" b="1" dirty="0"/>
                        <a:t>Category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Technology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371244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Programming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Python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857177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RAG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Lang Chain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247769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Sentence Transformers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200743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Vector Search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FAISS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609341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Keyword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BM25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9509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Backend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Fast API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75720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Frontend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Stream lit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59692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Containerization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Docker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3008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CI/CD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GitHub Actions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598796"/>
                  </a:ext>
                </a:extLst>
              </a:tr>
              <a:tr h="455248">
                <a:tc>
                  <a:txBody>
                    <a:bodyPr/>
                    <a:lstStyle/>
                    <a:p>
                      <a:r>
                        <a:rPr lang="en-GB" sz="2400" dirty="0"/>
                        <a:t>Testing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Py Test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321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63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F7F6-E1E0-58DC-6480-0DC0C103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48" y="1199213"/>
            <a:ext cx="10514351" cy="4977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Input Dataset:</a:t>
            </a:r>
          </a:p>
          <a:p>
            <a:r>
              <a:rPr lang="en-IN" sz="2400" dirty="0"/>
              <a:t>PDF, DOCX, and TXT documents containing HR, IT, technical and company policies.</a:t>
            </a:r>
          </a:p>
          <a:p>
            <a:r>
              <a:rPr lang="en-IN" sz="2400" dirty="0"/>
              <a:t>Initially use synthetic/sample enterprise documents with metadata such as department and access role.</a:t>
            </a:r>
          </a:p>
          <a:p>
            <a:pPr marL="0" indent="0">
              <a:buNone/>
            </a:pPr>
            <a:r>
              <a:rPr lang="en-IN" sz="2400" b="1" dirty="0"/>
              <a:t>Outcome:</a:t>
            </a:r>
          </a:p>
          <a:p>
            <a:r>
              <a:rPr lang="en-IN" sz="2400" dirty="0"/>
              <a:t>A secure enterprise assistant providing relevant answers with citations and confidence scores.</a:t>
            </a:r>
          </a:p>
          <a:p>
            <a:r>
              <a:rPr lang="en-IN" sz="2400" dirty="0"/>
              <a:t>Reduced retrieval errors and hallucinations through hybrid retrieval and evidence verification.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653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0EC0-E527-BF2A-89BC-6AB1B8F6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Project 2: Agentic AI-Based Data Centre Cooling Optimization and Thermal Anomaly Management System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9E6B-595E-4C1A-2D5B-31B66E2CC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Problem Statement:</a:t>
            </a:r>
          </a:p>
          <a:p>
            <a:r>
              <a:rPr lang="en-GB" sz="2400" dirty="0"/>
              <a:t>Data centres generate high heat due to increasing CPU/GPU workloads, while cooling systems consume significant energy.</a:t>
            </a:r>
          </a:p>
          <a:p>
            <a:r>
              <a:rPr lang="en-GB" sz="2400" dirty="0"/>
              <a:t>Traditional rule-based cooling may not predict thermal problems or select the most energy-efficient cooling action.</a:t>
            </a:r>
          </a:p>
          <a:p>
            <a:pPr marL="0" indent="0">
              <a:buNone/>
            </a:pPr>
            <a:r>
              <a:rPr lang="en-IN" sz="2400" b="1" dirty="0"/>
              <a:t>Objective:</a:t>
            </a:r>
          </a:p>
          <a:p>
            <a:r>
              <a:rPr lang="en-IN" sz="2400" dirty="0"/>
              <a:t>Predict temperature and detect thermal anomalies using ML techniques.</a:t>
            </a:r>
          </a:p>
          <a:p>
            <a:r>
              <a:rPr lang="en-IN" sz="2400" dirty="0"/>
              <a:t>Use a single Agentic AI cooling agent to identify the cause and recommend an energy-efficient cooling action.</a:t>
            </a:r>
          </a:p>
        </p:txBody>
      </p:sp>
    </p:spTree>
    <p:extLst>
      <p:ext uri="{BB962C8B-B14F-4D97-AF65-F5344CB8AC3E}">
        <p14:creationId xmlns:p14="http://schemas.microsoft.com/office/powerpoint/2010/main" val="279666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D762-6028-226D-BFB7-BD2C630BB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548"/>
            <a:ext cx="10515600" cy="5487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Technical stack:</a:t>
            </a:r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95CEC0-F24A-64FA-5224-699D04BD6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26769"/>
              </p:ext>
            </p:extLst>
          </p:nvPr>
        </p:nvGraphicFramePr>
        <p:xfrm>
          <a:off x="1282491" y="1424203"/>
          <a:ext cx="8326204" cy="4663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3102">
                  <a:extLst>
                    <a:ext uri="{9D8B030D-6E8A-4147-A177-3AD203B41FA5}">
                      <a16:colId xmlns:a16="http://schemas.microsoft.com/office/drawing/2014/main" val="2614492282"/>
                    </a:ext>
                  </a:extLst>
                </a:gridCol>
                <a:gridCol w="4163102">
                  <a:extLst>
                    <a:ext uri="{9D8B030D-6E8A-4147-A177-3AD203B41FA5}">
                      <a16:colId xmlns:a16="http://schemas.microsoft.com/office/drawing/2014/main" val="1642429659"/>
                    </a:ext>
                  </a:extLst>
                </a:gridCol>
              </a:tblGrid>
              <a:tr h="466345">
                <a:tc>
                  <a:txBody>
                    <a:bodyPr/>
                    <a:lstStyle/>
                    <a:p>
                      <a:r>
                        <a:rPr lang="en-GB" sz="2400" b="1" dirty="0"/>
                        <a:t>Category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Technology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095122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b="0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Python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347432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Scikit-learn, XG Boost/LSTM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548641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Anomaly Detection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Isolation Forest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97934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Agentic AI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LLM + Single AI Agent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27880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Fast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813030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Database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Postgres SQL / Timescale DB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25057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Dashboard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React / Grafana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579545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Containerization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Docker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71353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r>
                        <a:rPr lang="en-GB" sz="2400" dirty="0"/>
                        <a:t>CI/CD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GitHub Actions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356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10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1924-79BE-2CD4-998B-076D3EFCC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5387"/>
            <a:ext cx="10515600" cy="4227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Input Dataset:</a:t>
            </a:r>
          </a:p>
          <a:p>
            <a:r>
              <a:rPr lang="en-GB" sz="2400" dirty="0"/>
              <a:t>Synthetic data-centre telemetry generated using a simulator for multiple racks.</a:t>
            </a:r>
          </a:p>
          <a:p>
            <a:r>
              <a:rPr lang="en-GB" sz="2400" dirty="0"/>
              <a:t>Includes temperature, CPU/GPU utilization, power, fan speed, airflow, humidity and cooling load.</a:t>
            </a:r>
          </a:p>
          <a:p>
            <a:pPr marL="0" indent="0">
              <a:buNone/>
            </a:pPr>
            <a:r>
              <a:rPr lang="en-GB" sz="2400" b="1" dirty="0"/>
              <a:t>Outcome:</a:t>
            </a:r>
          </a:p>
          <a:p>
            <a:r>
              <a:rPr lang="en-GB" sz="2400" dirty="0"/>
              <a:t>A PoC that monitors and detects thermal problems in simulated data-centre racks.</a:t>
            </a:r>
          </a:p>
          <a:p>
            <a:r>
              <a:rPr lang="en-GB" sz="2400" dirty="0"/>
              <a:t>Provides explainable, energy-efficient, colling recommendations through a dashboard with human approval.     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623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394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PROJECT REVIEW</vt:lpstr>
      <vt:lpstr>Project 1: Adaptive Enterprise Knowledge Assistant using Hybrid RAG, Role-Aware Retrieval and Hallucination Detection</vt:lpstr>
      <vt:lpstr>PowerPoint Presentation</vt:lpstr>
      <vt:lpstr>PowerPoint Presentation</vt:lpstr>
      <vt:lpstr>Project 2: Agentic AI-Based Data Centre Cooling Optimization and Thermal Anomaly Management System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Pokala Sushma</dc:creator>
  <cp:lastModifiedBy>Pokala Sushma</cp:lastModifiedBy>
  <cp:revision>1</cp:revision>
  <dcterms:created xsi:type="dcterms:W3CDTF">2026-08-27T18:37:33Z</dcterms:created>
  <dcterms:modified xsi:type="dcterms:W3CDTF">2026-08-28T04:49:47Z</dcterms:modified>
</cp:coreProperties>
</file>