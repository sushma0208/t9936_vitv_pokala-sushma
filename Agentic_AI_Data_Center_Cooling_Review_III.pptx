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 wrap="square" anchor="t"/>
          <a:lstStyle/>
          <a:p>
            <a:pPr marL="0" indent="0" algn="ctr">
              <a:buNone/>
              <a:defRPr sz="2400" b="1">
                <a:solidFill>
                  <a:srgbClr val="123058"/>
                </a:solidFill>
                <a:latin typeface="Calibri"/>
              </a:defRPr>
            </a:pPr>
            <a:r>
              <a:t>M.Tech/MCA Program</a:t>
            </a:r>
            <a:br/>
            <a: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64748B"/>
                </a:solidFill>
                <a:latin typeface="Calibri"/>
              </a:defRPr>
            </a:pPr>
            <a: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20040" y="1659822"/>
            <a:ext cx="7315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0D9488"/>
                </a:solidFill>
                <a:latin typeface="Calibri"/>
              </a:defRPr>
            </a:pPr>
            <a:r>
              <a:rPr sz="3000">
                <a:latin typeface="Calibri"/>
              </a:rPr>
              <a:t>REVIEW III</a:t>
            </a:r>
          </a:p>
          <a:p>
            <a:pPr algn="ctr">
              <a:spcAft>
                <a:spcPts val="2000"/>
              </a:spcAft>
              <a:defRPr sz="2700" b="1">
                <a:solidFill>
                  <a:srgbClr val="123058"/>
                </a:solidFill>
                <a:latin typeface="Calibri"/>
              </a:defRPr>
            </a:pPr>
            <a:r>
              <a:rPr sz="2400">
                <a:latin typeface="Calibri"/>
              </a:rPr>
              <a:t>Agentic AI-Based Data Center Cooling Optimization and Thermal Anomaly Management System</a:t>
            </a:r>
          </a:p>
          <a:p>
            <a:pPr algn="ctr">
              <a:defRPr sz="2400">
                <a:solidFill>
                  <a:srgbClr val="1F2937"/>
                </a:solidFill>
                <a:latin typeface="Calibri"/>
              </a:defRPr>
            </a:pPr>
            <a:r>
              <a:rPr sz="2200">
                <a:latin typeface="Calibri"/>
              </a:rPr>
              <a:t>Team Member: Sushma P</a:t>
            </a:r>
          </a:p>
          <a:p>
            <a:pPr algn="ctr">
              <a:defRPr sz="1600">
                <a:solidFill>
                  <a:srgbClr val="64748B"/>
                </a:solidFill>
                <a:latin typeface="Calibri"/>
              </a:defRPr>
            </a:pPr>
            <a:r>
              <a:rPr>
                <a:latin typeface="Calibri"/>
              </a:rPr>
              <a:t>M.Tech AIML | VIT Vellore | LTIMindTree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server_coo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2926080"/>
            <a:ext cx="3200400" cy="187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040" y="1271219"/>
            <a:ext cx="5577840" cy="4160520"/>
          </a:xfrm>
        </p:spPr>
        <p:txBody>
          <a:bodyPr wrap="square" anchor="t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t>Data centers generate heat as computing workloads change; poor thermal management can affect reliability and energy use.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This project combines telemetry, machine learning and a single Agentic AI decision-support layer.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The system predicts temperature, detects anomalies, diagnoses probable causes and recommends cooling actions.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Proof-of-concept uses synthetic rack-level telemetry; no physical cooling equipment is controlled.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123058"/>
                </a:solidFill>
                <a:latin typeface="Calibri"/>
              </a:defRPr>
            </a:pPr>
            <a:r>
              <a:rPr sz="3600" b="1">
                <a:solidFill>
                  <a:srgbClr val="123058"/>
                </a:solidFill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defRPr sz="1000" b="0">
                <a:solidFill>
                  <a:srgbClr val="123058"/>
                </a:solidFill>
                <a:latin typeface="Calibri"/>
              </a:defRPr>
            </a:pPr>
            <a:r>
              <a:t>Agentic AI-Based Data Center Cooling Optimization and Thermal Anomaly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rver_coo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49377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anchor="t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  <a:defRPr sz="2000">
                <a:solidFill>
                  <a:srgbClr val="1F2937"/>
                </a:solidFill>
                <a:latin typeface="Calibri"/>
              </a:defRPr>
            </a:pPr>
            <a:r>
              <a:t>Predict future rack temperature to provide early warning.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Detect abnormal thermal behavior using Isolation Forest.</a:t>
            </a: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Identify probable root causes using transparent diagnostic rules.</a:t>
            </a: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Recommend cooling actions while considering thermal safety and energy impact.</a:t>
            </a: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Explain the recommendation to an operator and require human approval.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123058"/>
                </a:solidFill>
                <a:latin typeface="Calibri"/>
              </a:defRPr>
            </a:pPr>
            <a:r>
              <a:rPr sz="3600" b="1">
                <a:solidFill>
                  <a:srgbClr val="123058"/>
                </a:solidFill>
                <a:latin typeface="Calibri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defRPr sz="1000" b="0">
                <a:solidFill>
                  <a:srgbClr val="123058"/>
                </a:solidFill>
                <a:latin typeface="Calibri"/>
              </a:defRPr>
            </a:pPr>
            <a:r>
              <a:t>Agentic AI-Based Data Center Cooling Optimization and Thermal Anomaly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040" y="0"/>
            <a:ext cx="5577840" cy="4160520"/>
          </a:xfrm>
        </p:spPr>
        <p:txBody>
          <a:bodyPr wrap="square" anchor="t"/>
          <a:lstStyle/>
          <a:p>
            <a:pPr marL="0" indent="0">
              <a:spcAft>
                <a:spcPts val="7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t>Module 1 — Data pipeline: telemetry simulator, validation, preprocessing and feature engineering.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Module 2 — Intelligence: XGBoost prediction, Isolation Forest detection, root-cause analysis and cooling optimization.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Module 3 — Agentic AI &amp; application: local LLM explanation, FastAPI, Streamlit, Docker and CI.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Boundary: recommendations only; no direct control of real cooling infrastructure.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defRPr sz="3000" b="1">
                <a:solidFill>
                  <a:srgbClr val="123058"/>
                </a:solidFill>
                <a:latin typeface="Calibri"/>
              </a:defRPr>
            </a:pPr>
            <a:r>
              <a:rPr sz="3600" b="1">
                <a:solidFill>
                  <a:srgbClr val="123058"/>
                </a:solidFill>
                <a:latin typeface="Calibri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defRPr sz="1000" b="0">
                <a:solidFill>
                  <a:srgbClr val="123058"/>
                </a:solidFill>
                <a:latin typeface="Calibri"/>
              </a:defRPr>
            </a:pPr>
            <a:r>
              <a:t>Agentic AI-Based Data Center Cooling Optimization and Thermal Anomaly Management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38912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21208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anchor="t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  <a:defRPr sz="2000">
                <a:solidFill>
                  <a:srgbClr val="1F2937"/>
                </a:solidFill>
                <a:latin typeface="Calibri"/>
              </a:defRPr>
            </a:pPr>
            <a:r>
              <a:t>Rack temperature changes with workload, power consumption, airflow, fan speed, ambient temperature and cooling load.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Fixed thresholds alone may miss interacting variables and emerging thermal trends.</a:t>
            </a: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Operators need early warning, probable-cause explanations and practical cooling recommendations.</a:t>
            </a: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Problem addressed: integrate prediction, anomaly detection, diagnosis and optimization into one explainable decision-support workflow.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defRPr sz="3000" b="1">
                <a:solidFill>
                  <a:srgbClr val="123058"/>
                </a:solidFill>
                <a:latin typeface="Calibri"/>
              </a:defRPr>
            </a:pPr>
            <a:r>
              <a:rPr sz="3600" b="1">
                <a:solidFill>
                  <a:srgbClr val="123058"/>
                </a:solidFill>
                <a:latin typeface="Calibri"/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defRPr sz="1000" b="0">
                <a:solidFill>
                  <a:srgbClr val="123058"/>
                </a:solidFill>
                <a:latin typeface="Calibri"/>
              </a:defRPr>
            </a:pPr>
            <a:r>
              <a:t>Agentic AI-Based Data Center Cooling Optimization and Thermal Anomaly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040" y="1271219"/>
            <a:ext cx="5577840" cy="4160520"/>
          </a:xfrm>
        </p:spPr>
        <p:txBody>
          <a:bodyPr wrap="square" anchor="t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t>Generate synthetic telemetry for 5 racks × 500 records = 2,500 records.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Validate and preprocess timestamps, missing values, duplicates and numerical features.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Train XGBoost to predict future temperature; use Isolation Forest for anomalies.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Apply rule-based root-cause diagnosis and cooling optimization.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Single Agentic AI workflow coordinates tools; Llama 3.2:3b via Ollama explains the result.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Expose analysis through FastAPI and Streamlit; test and containerize with Docker.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defRPr sz="3000" b="1">
                <a:solidFill>
                  <a:srgbClr val="123058"/>
                </a:solidFill>
                <a:latin typeface="Calibri"/>
              </a:defRPr>
            </a:pPr>
            <a:r>
              <a:rPr sz="3600" b="1">
                <a:solidFill>
                  <a:srgbClr val="123058"/>
                </a:solidFill>
                <a:latin typeface="Calibri"/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defRPr sz="1000" b="0">
                <a:solidFill>
                  <a:srgbClr val="123058"/>
                </a:solidFill>
                <a:latin typeface="Calibri"/>
              </a:defRPr>
            </a:pPr>
            <a:r>
              <a:t>Agentic AI-Based Data Center Cooling Optimization and Thermal Anomaly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28800"/>
            <a:ext cx="5486400" cy="1463040"/>
          </a:xfrm>
          <a:prstGeom prst="rect">
            <a:avLst/>
          </a:prstGeom>
        </p:spPr>
      </p:pic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566160"/>
            <a:ext cx="54864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040" y="1271219"/>
            <a:ext cx="5577840" cy="4160520"/>
          </a:xfrm>
        </p:spPr>
        <p:txBody>
          <a:bodyPr wrap="square" anchor="t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t>Python 3.11, Pandas and NumPy — telemetry processing and feature engineering.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XGBoost Regressor — future temperature prediction.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Scikit-learn Isolation Forest + StandardScaler — unsupervised anomaly detection.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Python diagnostic rules + cooling optimizer — probable cause and recommended action.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LangChain + Ollama + Llama 3.2:3b — single-agent orchestration and natural-language explanation.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FastAPI/Uvicorn, Streamlit, Requests, PyTest, Docker Compose, GitHub and GitHub Actions.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defRPr sz="3000" b="1">
                <a:solidFill>
                  <a:srgbClr val="123058"/>
                </a:solidFill>
                <a:latin typeface="Calibri"/>
              </a:defRPr>
            </a:pPr>
            <a:r>
              <a:rPr sz="3600" b="1">
                <a:solidFill>
                  <a:srgbClr val="123058"/>
                </a:solidFill>
                <a:latin typeface="Calibri"/>
              </a:rPr>
              <a:t>Approach/Algorithms/Tools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defRPr sz="1000" b="0">
                <a:solidFill>
                  <a:srgbClr val="123058"/>
                </a:solidFill>
                <a:latin typeface="Calibri"/>
              </a:defRPr>
            </a:pPr>
            <a:r>
              <a:t>Agentic AI-Based Data Center Cooling Optimization and Thermal Anomaly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493776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040" y="1271219"/>
            <a:ext cx="5577840" cy="4160520"/>
          </a:xfrm>
        </p:spPr>
        <p:txBody>
          <a:bodyPr wrap="square" anchor="t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t>Temperature prediction on chronological test data: MAE ≈ 0.097°C; RMSE ≈ 0.173°C.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Isolation Forest evaluated 2,450 records: 2,205 normal and 245 flagged as anomalies.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Example tool run: current 30.5°C → predicted 33.51°C → high anomaly → reduced airflow → cooling +15% recommendation.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Automated tests: 7 passed; GitHub Actions CI and Docker build validation succeeded.</a:t>
            </a:r>
          </a:p>
          <a:p>
            <a:pPr>
              <a:spcAft>
                <a:spcPts val="7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t>Results are PoC evidence using synthetic data; validate with real telemetry before operational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defRPr sz="3000" b="1">
                <a:solidFill>
                  <a:srgbClr val="123058"/>
                </a:solidFill>
                <a:latin typeface="Calibri"/>
              </a:defRPr>
            </a:pPr>
            <a:r>
              <a:rPr sz="3600" b="1">
                <a:solidFill>
                  <a:srgbClr val="123058"/>
                </a:solidFill>
                <a:latin typeface="Calibri"/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defRPr sz="1000" b="0">
                <a:solidFill>
                  <a:srgbClr val="123058"/>
                </a:solidFill>
                <a:latin typeface="Calibri"/>
              </a:defRPr>
            </a:pPr>
            <a:r>
              <a:t>Agentic AI-Based Data Center Cooling Optimization and Thermal Anomaly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diction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2560320" cy="1828800"/>
          </a:xfrm>
          <a:prstGeom prst="rect">
            <a:avLst/>
          </a:prstGeom>
        </p:spPr>
      </p:pic>
      <p:pic>
        <p:nvPicPr>
          <p:cNvPr id="9" name="Picture 8" descr="anomaly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508760"/>
            <a:ext cx="256032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anchor="t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  <a:defRPr sz="2000">
                <a:solidFill>
                  <a:srgbClr val="1F2937"/>
                </a:solidFill>
                <a:latin typeface="Calibri"/>
              </a:defRPr>
            </a:pPr>
            <a:r>
              <a:t>Integrated a complete PoC from telemetry generation to operator-facing cooling recommendation.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Combines prediction, anomaly detection, rule-based diagnosis and cooling optimization under one Agentic AI decision-support layer.</a:t>
            </a: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FastAPI and Streamlit provide an accessible application; Docker improves reproducibility.</a:t>
            </a: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Completed: ML workflow, dashboard, tests, containerization and CI.</a:t>
            </a:r>
          </a:p>
          <a:p>
            <a:pPr>
              <a:spcAft>
                <a:spcPts val="700"/>
              </a:spcAft>
              <a:defRPr sz="2000">
                <a:solidFill>
                  <a:srgbClr val="1F2937"/>
                </a:solidFill>
                <a:latin typeface="Calibri"/>
              </a:defRPr>
            </a:pPr>
            <a:r>
              <a:t>Next steps: persistent database, CD/deployment, final end-to-end validation and real-data evaluation.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defRPr sz="3000" b="1">
                <a:solidFill>
                  <a:srgbClr val="123058"/>
                </a:solidFill>
                <a:latin typeface="Calibri"/>
              </a:defRPr>
            </a:pPr>
            <a:r>
              <a:rPr sz="3600" b="1">
                <a:solidFill>
                  <a:srgbClr val="123058"/>
                </a:solidFill>
                <a:latin typeface="Calibri"/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defRPr sz="1000" b="0">
                <a:solidFill>
                  <a:srgbClr val="123058"/>
                </a:solidFill>
                <a:latin typeface="Calibri"/>
              </a:defRPr>
            </a:pPr>
            <a:r>
              <a:t>Agentic AI-Based Data Center Cooling Optimization and Thermal Anomaly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97680"/>
            <a:ext cx="1078992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anchor="t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  <a:defRPr sz="1700">
                <a:solidFill>
                  <a:srgbClr val="1F2937"/>
                </a:solidFill>
                <a:latin typeface="Calibri"/>
              </a:defRPr>
            </a:pPr>
            <a:r>
              <a:t>We thank LTIMindTree and VIT Vellore for the opportunity to work on this industry-integrated project.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We are grateful to our project guide, mentors and faculty for their guidance and feedback.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We acknowledge the open-source communities behind Python, XGBoost, scikit-learn, LangChain, Ollama, FastAPI, Streamlit and Docker.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defRPr sz="3000" b="1">
                <a:solidFill>
                  <a:srgbClr val="123058"/>
                </a:solidFill>
                <a:latin typeface="Calibri"/>
              </a:defRPr>
            </a:pPr>
            <a:r>
              <a:rPr sz="3600" b="1">
                <a:solidFill>
                  <a:srgbClr val="123058"/>
                </a:solidFill>
                <a:latin typeface="Calibri"/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defRPr sz="1000" b="0">
                <a:solidFill>
                  <a:srgbClr val="123058"/>
                </a:solidFill>
                <a:latin typeface="Calibri"/>
              </a:defRPr>
            </a:pPr>
            <a:r>
              <a:t>Agentic AI-Based Data Center Cooling Optimization and Thermal Anomaly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anchor="t"/>
          <a:lstStyle/>
          <a:p>
            <a:pPr marL="0" indent="0">
              <a:lnSpc>
                <a:spcPct val="150000"/>
              </a:lnSpc>
              <a:spcAft>
                <a:spcPts val="700"/>
              </a:spcAft>
              <a:buNone/>
              <a:defRPr sz="1700">
                <a:solidFill>
                  <a:srgbClr val="1F2937"/>
                </a:solidFill>
                <a:latin typeface="Calibri"/>
              </a:defRPr>
            </a:pPr>
            <a:r>
              <a:t>Chen, T. &amp; Guestrin, C. (2016). XGBoost: A Scalable Tree Boosting System. KDD.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Liu, F. T., Ting, K. M., &amp; Zhou, Z.-H. (2008). Isolation Forest. IEEE ICDM.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XGBoost documentation: https://xgboost.readthedocs.io/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Scikit-learn documentation: https://scikit-learn.org/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LangChain documentation: https://python.langchain.com/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Ollama documentation: https://ollama.com/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FastAPI: https://fastapi.tiangolo.com/ | Streamlit: https://docs.streamlit.io/</a:t>
            </a:r>
          </a:p>
          <a:p>
            <a:pPr>
              <a:spcAft>
                <a:spcPts val="7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Docker: https://docs.docker.com/ | GitHub Actions: https://docs.github.com/actions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defRPr sz="3000" b="1">
                <a:solidFill>
                  <a:srgbClr val="123058"/>
                </a:solidFill>
                <a:latin typeface="Calibri"/>
              </a:defRPr>
            </a:pPr>
            <a:r>
              <a:rPr sz="3600" b="1">
                <a:solidFill>
                  <a:srgbClr val="123058"/>
                </a:solidFill>
                <a:latin typeface="Calibri"/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defRPr sz="1000" b="0">
                <a:solidFill>
                  <a:srgbClr val="123058"/>
                </a:solidFill>
                <a:latin typeface="Calibri"/>
              </a:defRPr>
            </a:pPr>
            <a:r>
              <a:t>Agentic AI-Based Data Center Cooling Optimization and Thermal Anomaly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