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wdp" ContentType="image/vnd.ms-photo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c640a6d221d46b8" /><Relationship Type="http://schemas.openxmlformats.org/package/2006/relationships/metadata/core-properties" Target="/docProps/core.xml" Id="Re69536e49b1445f0" /><Relationship Type="http://schemas.openxmlformats.org/officeDocument/2006/relationships/extended-properties" Target="/docProps/app.xml" Id="R131e0561a9b649ed" /><Relationship Type="http://schemas.openxmlformats.org/officeDocument/2006/relationships/custom-properties" Target="/docProps/custom.xml" Id="R68b86172a12a4003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6ccf34f2f5cb45ad"/>
  </p:sldMasterIdLst>
  <p:sldIdLst>
    <p:sldId id="266" r:id="Rfcfdbde4ed9a46b2"/>
    <p:sldId id="267" r:id="Ra38bc4eceed74cdc"/>
    <p:sldId id="268" r:id="R74a5fab4bf464fb2"/>
    <p:sldId id="269" r:id="R70a1a31533c34ed2"/>
    <p:sldId id="270" r:id="Red33f409903842ea"/>
    <p:sldId id="271" r:id="R5dc3359c6c09472f"/>
    <p:sldId id="272" r:id="R2e26eaac62f64f34"/>
    <p:sldId id="273" r:id="R95b43618225c49a8"/>
    <p:sldId id="274" r:id="R71e1c21f02a943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802" autoAdjust="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6da9456028734236" /><Relationship Type="http://schemas.openxmlformats.org/officeDocument/2006/relationships/viewProps" Target="/ppt/viewProps.xml" Id="Rbf8fcc190fab43c0" /><Relationship Type="http://schemas.openxmlformats.org/officeDocument/2006/relationships/slideMaster" Target="/ppt/slideMasters/slideMaster1.xml" Id="R6ccf34f2f5cb45ad" /><Relationship Type="http://schemas.openxmlformats.org/officeDocument/2006/relationships/theme" Target="/ppt/slideMasters/theme/theme1.xml" Id="R0738bd7088bb4008" /><Relationship Type="http://schemas.openxmlformats.org/officeDocument/2006/relationships/slide" Target="/ppt/slides/slide11.xml" Id="Rfcfdbde4ed9a46b2" /><Relationship Type="http://schemas.openxmlformats.org/officeDocument/2006/relationships/slide" Target="/ppt/slides/slide12.xml" Id="Ra38bc4eceed74cdc" /><Relationship Type="http://schemas.openxmlformats.org/officeDocument/2006/relationships/slide" Target="/ppt/slides/slide13.xml" Id="R74a5fab4bf464fb2" /><Relationship Type="http://schemas.openxmlformats.org/officeDocument/2006/relationships/slide" Target="/ppt/slides/slide14.xml" Id="R70a1a31533c34ed2" /><Relationship Type="http://schemas.openxmlformats.org/officeDocument/2006/relationships/slide" Target="/ppt/slides/slide15.xml" Id="Red33f409903842ea" /><Relationship Type="http://schemas.openxmlformats.org/officeDocument/2006/relationships/slide" Target="/ppt/slides/slide16.xml" Id="R5dc3359c6c09472f" /><Relationship Type="http://schemas.openxmlformats.org/officeDocument/2006/relationships/slide" Target="/ppt/slides/slide17.xml" Id="R2e26eaac62f64f34" /><Relationship Type="http://schemas.openxmlformats.org/officeDocument/2006/relationships/slide" Target="/ppt/slides/slide18.xml" Id="R95b43618225c49a8" /><Relationship Type="http://schemas.openxmlformats.org/officeDocument/2006/relationships/slide" Target="/ppt/slides/slide19.xml" Id="R71e1c21f02a943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7414ffa9e4c1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5c9ac7a6a446f" /></Relationships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1cbc604ab3fc4be8" /><Relationship Type="http://schemas.openxmlformats.org/officeDocument/2006/relationships/image" Target="/ppt/media/image2.png" Id="Rd0871bb9e9a4441b" /><Relationship Type="http://schemas.openxmlformats.org/officeDocument/2006/relationships/image" Target="/ppt/media/image3.png" Id="Rf45124952d1448b0" /><Relationship Type="http://schemas.microsoft.com/office/2007/relationships/hdphoto" Target="/ppt/slideMasters/udata/data.wdp" Id="R04b2418ba6a2441d" /><Relationship Type="http://schemas.microsoft.com/office/2007/relationships/hdphoto" Target="/ppt/slideMasters/udata/data2.wdp" Id="Re3df282f4a6840c7" /><Relationship Type="http://schemas.openxmlformats.org/officeDocument/2006/relationships/theme" Target="/ppt/slideMasters/theme/theme1.xml" Id="R153de3805722440f" /><Relationship Type="http://schemas.openxmlformats.org/officeDocument/2006/relationships/slideLayout" Target="/ppt/slideLayouts/slideLayout5.xml" Id="Ref9e99ac83bc4a4b" /><Relationship Type="http://schemas.openxmlformats.org/officeDocument/2006/relationships/slideLayout" Target="/ppt/slideLayouts/slideLayout12.xml" Id="R847cd34192ed4607" /></Relationships>
</file>

<file path=ppt/slideMasters/slideMaster1.xml><?xml version="1.0" encoding="utf-8"?>
<p:sldMaster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1cbc604ab3fc4be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d0871bb9e9a4441b">
            <a:extLst>
              <a:ext uri="{BEBA8EAE-BF5A-486C-A8C5-ECC9F3942E4B}">
                <a14:imgProps xmlns:a14="http://schemas.microsoft.com/office/drawing/2010/main">
                  <a14:imgLayer r:embed="R04b2418ba6a2441d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f45124952d1448b0">
            <a:extLst>
              <a:ext uri="{BEBA8EAE-BF5A-486C-A8C5-ECC9F3942E4B}">
                <a14:imgProps xmlns:a14="http://schemas.microsoft.com/office/drawing/2010/main">
                  <a14:imgLayer r:embed="Re3df282f4a6840c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ef9e99ac83bc4a4b"/>
    <p:sldLayoutId id="2147483660" r:id="R847cd34192ed460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4.png" Id="R1cee503f5e064e78" /><Relationship Type="http://schemas.openxmlformats.org/officeDocument/2006/relationships/image" Target="/ppt/media/image5.png" Id="R4a10fb66258f4a44" /><Relationship Type="http://schemas.openxmlformats.org/officeDocument/2006/relationships/slideLayout" Target="/ppt/slideLayouts/slideLayout5.xml" Id="Re693900fe3e347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5bc781cdd941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ff50c6b7fb04d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b4a55f69a84e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0d99e1c5324b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337c295721e45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0b03b379e564d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47a7d9df2047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169a7dc3aef49f1" 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Review II</a:t>
            </a:r>
            <a:endParaRPr lang="en-GB" dirty="0">
              <a:solidFill>
                <a:schemeClr val="bg1"/>
              </a:solidFill>
            </a:endParaRPr>
          </a:p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lang="en-IN" sz="3600" b="1" dirty="0">
                <a:solidFill>
                  <a:schemeClr val="bg1"/>
                </a:solidFill>
                <a:latin typeface="Calibri"/>
              </a:rPr>
              <a:t>Agentic AI-Based Data Centre Cooling Optimization and Thermal Anomaly Management System</a:t>
            </a:r>
          </a:p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endParaRPr lang="en-IN" sz="3600" b="1" dirty="0">
              <a:solidFill>
                <a:schemeClr val="bg1"/>
              </a:solidFill>
              <a:latin typeface="Calibri"/>
            </a:endParaRPr>
          </a:p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lang="en-IN" sz="2800" b="1" dirty="0">
                <a:solidFill>
                  <a:schemeClr val="bg1"/>
                </a:solidFill>
                <a:latin typeface="Calibri"/>
              </a:rPr>
              <a:t>Pokala Sushma</a:t>
            </a:r>
          </a:p>
          <a:p>
            <a:pPr algn="ctr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lang="en-IN" sz="2800" b="1" dirty="0">
                <a:solidFill>
                  <a:schemeClr val="bg1"/>
                </a:solidFill>
                <a:latin typeface="Calibri"/>
              </a:rPr>
              <a:t>T9936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endParaRPr lang="en-GB" dirty="0">
              <a:solidFill>
                <a:schemeClr val="bg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1cee503f5e064e78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FF91DE-9573-9F83-9A7A-C10D04375AD1}"/>
              </a:ext>
            </a:extLst>
          </p:cNvPr>
          <p:cNvPicPr>
            <a:picLocks noChangeAspect="1"/>
          </p:cNvPicPr>
          <p:nvPr/>
        </p:nvPicPr>
        <p:blipFill>
          <a:blip r:embed="R4a10fb66258f4a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33" y="5817058"/>
            <a:ext cx="24003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</a:rPr>
              <a:t>Data centers generate heat as workload changes.</a:t>
            </a:r>
            <a:endParaRPr lang="en-US" sz="3200" b="0" dirty="0">
              <a:solidFill>
                <a:srgbClr val="5583D1"/>
              </a:solidFill>
              <a:latin typeface="Calibri (Body)"/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</a:rPr>
              <a:t>Thermal conditions depend on workload, power, airflow, fan behavior, ambient temperature and cooling load.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</a:rPr>
              <a:t>AI-assisted thermal monitoring, anomaly detection and cooling decision support.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</a:rPr>
              <a:t>Proof-of-concept using controlled synthetic telemetry.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Predict future rack temperature.</a:t>
            </a:r>
            <a:endParaRPr lang="en-US" sz="3200" b="0" dirty="0">
              <a:solidFill>
                <a:srgbClr val="5583D1"/>
              </a:solidFill>
              <a:latin typeface="Calibri (Body)"/>
              <a:ea typeface="Calibri" panose="020F0502020204030204" pitchFamily="34" charset="0"/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Detect abnormal thermal behavior using unsupervised anomaly detection.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Identify probable causes of thermal anomalies.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Recommend energy-aware cooling actions.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Single Agentic AI layer orchestrates analysis and explains recommendations.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>
                <a:latin typeface="Calibri (Body)"/>
                <a:ea typeface="Calibri" panose="020F0502020204030204" pitchFamily="34" charset="0"/>
              </a:rPr>
              <a:t>Operator dashboard with human approval.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Module 1 – Data Pipeline: simulation, validation, preprocessing and feature engineering.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Module 2 – Intelligence: </a:t>
            </a:r>
            <a:r>
              <a:rPr sz="3200" b="0" dirty="0" err="1"/>
              <a:t>XGBoost</a:t>
            </a:r>
            <a:r>
              <a:rPr sz="3200" b="0" dirty="0"/>
              <a:t>, Isolation Forest, root-cause analysis and cooling optimization.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Module 3 – Agentic AI &amp; Application: local Llama, </a:t>
            </a:r>
            <a:r>
              <a:rPr sz="3200" b="0" dirty="0" err="1"/>
              <a:t>FastAPI</a:t>
            </a:r>
            <a:r>
              <a:rPr sz="3200" b="0" dirty="0"/>
              <a:t>, </a:t>
            </a:r>
            <a:r>
              <a:rPr sz="3200" b="0" dirty="0" err="1"/>
              <a:t>Streamlit</a:t>
            </a:r>
            <a:r>
              <a:rPr sz="3200" b="0" dirty="0"/>
              <a:t>, Docker and CI.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Out of scope: direct physical cooling control and confidential L&amp;T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Scope / Modules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Synthetic Telemetry → Validation → Preprocessing→ Temperature Prediction → Anomaly Detection→ Root Cause → Cooling Optimization→ Single Agentic AI → Explainable Recommendation→ Human Approval → </a:t>
            </a:r>
            <a:r>
              <a:rPr sz="3200" b="0" dirty="0" err="1"/>
              <a:t>FastAPI</a:t>
            </a:r>
            <a:r>
              <a:rPr sz="3200" b="0" dirty="0"/>
              <a:t> → </a:t>
            </a:r>
            <a:r>
              <a:rPr sz="3200" b="0" dirty="0" err="1"/>
              <a:t>Streamlit</a:t>
            </a:r>
            <a:r>
              <a:rPr sz="3200" b="0" dirty="0"/>
              <a:t> </a:t>
            </a:r>
            <a:r>
              <a:rPr sz="3200" b="0" dirty="0" err="1"/>
              <a:t>XGBoost</a:t>
            </a:r>
            <a:r>
              <a:rPr sz="3200" b="0" dirty="0"/>
              <a:t> Regressor; Isolation Forest + </a:t>
            </a:r>
            <a:r>
              <a:rPr sz="3200" b="0" dirty="0" err="1"/>
              <a:t>StandardScaler</a:t>
            </a:r>
            <a:r>
              <a:rPr sz="3200" b="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Methodology / Modeling Plan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2400" b="0" dirty="0"/>
              <a:t>5 racks × 500 records = 2,500 records.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2400" b="0" dirty="0"/>
              <a:t>Telemetry: temperature, CPU/GPU utilization, power, fan speed, airflow, humidity, cooling load and ambient temperature.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2400" b="0" dirty="0"/>
              <a:t>Scenarios: normal, high workload, fan failure, reduced airflow and cooling reduction.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2400" b="0" dirty="0"/>
              <a:t>Preprocessing: timestamps, sorting, duplicates, missing values and feature engineering.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2400" b="0" dirty="0"/>
              <a:t>Derived features: total workload, heat load, temperature change, workload change and future temperature target.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Data Preprocessing &amp; EDA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Python 3.11 | Pandas | NumPy | Scikit-learn | </a:t>
            </a:r>
            <a:r>
              <a:rPr sz="3200" b="0" dirty="0" err="1"/>
              <a:t>XGBoost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 err="1"/>
              <a:t>XGBoost</a:t>
            </a:r>
            <a:r>
              <a:rPr sz="3200" b="0" dirty="0"/>
              <a:t> – temperature prediction.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Isolation Forest – anomaly detection.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Rule-based logic – root cause.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Cooling optimizer – safety/energy-aware recommendation.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 err="1"/>
              <a:t>LangChain</a:t>
            </a:r>
            <a:r>
              <a:rPr sz="3200" b="0" dirty="0"/>
              <a:t> + </a:t>
            </a:r>
            <a:r>
              <a:rPr sz="3200" b="0" dirty="0" err="1"/>
              <a:t>Ollama</a:t>
            </a:r>
            <a:r>
              <a:rPr sz="3200" b="0" dirty="0"/>
              <a:t> + Llama 3.2:3b – Agentic AI explanation.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 err="1"/>
              <a:t>FastAPI</a:t>
            </a:r>
            <a:r>
              <a:rPr sz="3200" b="0" dirty="0"/>
              <a:t> + </a:t>
            </a:r>
            <a:r>
              <a:rPr sz="3200" b="0" dirty="0" err="1"/>
              <a:t>Uvicorn</a:t>
            </a:r>
            <a:r>
              <a:rPr sz="3200" b="0" dirty="0"/>
              <a:t> | </a:t>
            </a:r>
            <a:r>
              <a:rPr sz="3200" b="0" dirty="0" err="1"/>
              <a:t>Streamlit</a:t>
            </a:r>
            <a:r>
              <a:rPr sz="3200" b="0" dirty="0"/>
              <a:t> | </a:t>
            </a:r>
            <a:r>
              <a:rPr sz="3200" b="0" dirty="0" err="1"/>
              <a:t>PyTest</a:t>
            </a:r>
            <a:r>
              <a:rPr sz="3200" b="0" dirty="0"/>
              <a:t> | Docker | GitHub Actions.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02875" y="502545"/>
            <a:ext cx="10730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14906"/>
            <a:ext cx="5181600" cy="4351338"/>
          </a:xfrm>
        </p:spPr>
        <p:txBody>
          <a:bodyPr wrap="square">
            <a:noAutofit/>
          </a:bodyPr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✓ Telemetry simulator and validation</a:t>
            </a:r>
            <a:endParaRPr lang="en-US" sz="3200" b="0" dirty="0">
              <a:solidFill>
                <a:srgbClr val="5583D1"/>
              </a:solidFill>
            </a:endParaRP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✓ Preprocessing and feature engineering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✓ Temperature prediction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✓ Anomaly detection and root-cause analysis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✓ Cooling optimization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844F07-FF4F-78FB-0CA2-2259D788F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94385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lang="en-IN" sz="3200" dirty="0"/>
              <a:t>✓ Single Agentic AI + local Llama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lang="en-IN" sz="3200" dirty="0"/>
              <a:t>✓ </a:t>
            </a:r>
            <a:r>
              <a:rPr lang="en-IN" sz="3200" dirty="0" err="1"/>
              <a:t>FastAPI</a:t>
            </a:r>
            <a:r>
              <a:rPr lang="en-IN" sz="3200" dirty="0"/>
              <a:t> + </a:t>
            </a:r>
            <a:r>
              <a:rPr lang="en-IN" sz="3200" dirty="0" err="1"/>
              <a:t>Streamlit</a:t>
            </a:r>
            <a:endParaRPr lang="en-IN" sz="3200" dirty="0"/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lang="en-IN" sz="3200" dirty="0"/>
              <a:t>✓ Docker + automated tests</a:t>
            </a:r>
          </a:p>
          <a:p>
            <a:pPr marL="0" indent="0">
              <a:spcAft>
                <a:spcPts val="500"/>
              </a:spcAft>
              <a:buNone/>
              <a:defRPr sz="1900">
                <a:solidFill>
                  <a:srgbClr val="1F2937"/>
                </a:solidFill>
                <a:latin typeface="Calibri"/>
              </a:defRPr>
            </a:pPr>
            <a:r>
              <a:rPr lang="en-IN" sz="3200" dirty="0"/>
              <a:t>✓ GitHub Actions CI + Docker build</a:t>
            </a:r>
          </a:p>
          <a:p>
            <a:pPr>
              <a:spcAft>
                <a:spcPts val="500"/>
              </a:spcAft>
              <a:defRPr sz="1900">
                <a:solidFill>
                  <a:srgbClr val="1F2937"/>
                </a:solidFill>
                <a:latin typeface="Calibri"/>
              </a:defRPr>
            </a:pPr>
            <a:r>
              <a:rPr lang="en-IN" sz="3200" b="1" dirty="0"/>
              <a:t>NEXT </a:t>
            </a:r>
            <a:r>
              <a:rPr lang="en-IN" sz="3200" dirty="0"/>
              <a:t>→ Database integration, CD/deployment, final validation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Project Plan / Milestones Progress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0" indent="0">
              <a:lnSpc>
                <a:spcPct val="150000"/>
              </a:lnSpc>
              <a:spcAft>
                <a:spcPts val="500"/>
              </a:spcAft>
              <a:buNone/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Synthetic Data Center Telemetry</a:t>
            </a:r>
            <a:endParaRPr lang="en-US" sz="3200" b="0" dirty="0">
              <a:solidFill>
                <a:srgbClr val="5583D1"/>
              </a:solidFill>
            </a:endParaRP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Preprocessing &amp; Feature Engineering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</a:t>
            </a:r>
            <a:r>
              <a:rPr sz="3200" b="0" dirty="0" err="1"/>
              <a:t>XGBoost</a:t>
            </a:r>
            <a:r>
              <a:rPr sz="3200" b="0" dirty="0"/>
              <a:t> Prediction + Isolation Forest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Root Cause + Cooling Optimization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Single Agentic AI + Llama 3.2:3b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Human Approval → </a:t>
            </a:r>
            <a:r>
              <a:rPr sz="3200" b="0" dirty="0" err="1"/>
              <a:t>FastAPI</a:t>
            </a:r>
            <a:r>
              <a:rPr sz="3200" b="0" dirty="0"/>
              <a:t> → </a:t>
            </a:r>
            <a:r>
              <a:rPr sz="3200" b="0" dirty="0" err="1"/>
              <a:t>Streamlit</a:t>
            </a:r>
            <a:endParaRPr sz="3200" b="0" dirty="0"/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Calibri"/>
              </a:defRPr>
            </a:pPr>
            <a:r>
              <a:rPr sz="3200" b="0" dirty="0"/>
              <a:t>↓ Docker + </a:t>
            </a:r>
            <a:r>
              <a:rPr sz="3200" b="0" dirty="0" err="1"/>
              <a:t>PyTest</a:t>
            </a:r>
            <a:r>
              <a:rPr sz="3200" b="0" dirty="0"/>
              <a:t> + GitHub Actions CI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600" b="1">
                <a:solidFill>
                  <a:srgbClr val="1F2937"/>
                </a:solidFill>
                <a:latin typeface="Calibri"/>
              </a:defRPr>
            </a:pPr>
            <a:r>
              <a:rPr dirty="0">
                <a:solidFill>
                  <a:schemeClr val="accent5">
                    <a:lumMod val="50000"/>
                  </a:schemeClr>
                </a:solidFill>
              </a:rPr>
              <a:t>Pipeline Structure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560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>HARI PRASATH</dc:creator>
  <lastModifiedBy>Pokala Sushma</lastModifiedBy>
  <revision>13</revision>
  <dcterms:created xsi:type="dcterms:W3CDTF">2024-05-13T10:33:11.0000000Z</dcterms:created>
  <dcterms:modified xsi:type="dcterms:W3CDTF">2026-10-06T03:24:46.7890000Z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